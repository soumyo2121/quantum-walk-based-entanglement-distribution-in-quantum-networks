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D3CF89-7645-0F4E-8712-32034A910F08}" v="22" dt="2025-11-16T08:58:09.1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98"/>
  </p:normalViewPr>
  <p:slideViewPr>
    <p:cSldViewPr snapToGrid="0">
      <p:cViewPr varScale="1">
        <p:scale>
          <a:sx n="111" d="100"/>
          <a:sy n="111" d="100"/>
        </p:scale>
        <p:origin x="65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umyojyoti Dutta M24IQT014" userId="89cb3e27-6652-45c8-a904-e0ba40275878" providerId="ADAL" clId="{8B3AE0C0-B998-55DD-AAD6-8A46A4CEE142}"/>
    <pc:docChg chg="undo custSel addSld modSld">
      <pc:chgData name="Soumyojyoti Dutta M24IQT014" userId="89cb3e27-6652-45c8-a904-e0ba40275878" providerId="ADAL" clId="{8B3AE0C0-B998-55DD-AAD6-8A46A4CEE142}" dt="2025-11-16T10:11:50.963" v="174" actId="20577"/>
      <pc:docMkLst>
        <pc:docMk/>
      </pc:docMkLst>
      <pc:sldChg chg="addSp modSp mod setBg">
        <pc:chgData name="Soumyojyoti Dutta M24IQT014" userId="89cb3e27-6652-45c8-a904-e0ba40275878" providerId="ADAL" clId="{8B3AE0C0-B998-55DD-AAD6-8A46A4CEE142}" dt="2025-11-16T10:11:29.950" v="165" actId="1076"/>
        <pc:sldMkLst>
          <pc:docMk/>
          <pc:sldMk cId="4230731406" sldId="256"/>
        </pc:sldMkLst>
        <pc:spChg chg="mod">
          <ac:chgData name="Soumyojyoti Dutta M24IQT014" userId="89cb3e27-6652-45c8-a904-e0ba40275878" providerId="ADAL" clId="{8B3AE0C0-B998-55DD-AAD6-8A46A4CEE142}" dt="2025-11-16T10:11:01.368" v="161" actId="14100"/>
          <ac:spMkLst>
            <pc:docMk/>
            <pc:sldMk cId="4230731406" sldId="256"/>
            <ac:spMk id="2" creationId="{4B83593F-E548-C9BE-BDA1-9CB353846741}"/>
          </ac:spMkLst>
        </pc:spChg>
        <pc:spChg chg="mod">
          <ac:chgData name="Soumyojyoti Dutta M24IQT014" userId="89cb3e27-6652-45c8-a904-e0ba40275878" providerId="ADAL" clId="{8B3AE0C0-B998-55DD-AAD6-8A46A4CEE142}" dt="2025-11-16T10:11:21.301" v="164" actId="1076"/>
          <ac:spMkLst>
            <pc:docMk/>
            <pc:sldMk cId="4230731406" sldId="256"/>
            <ac:spMk id="3" creationId="{AC10E57D-B8A2-78A7-1808-F95B32C63C05}"/>
          </ac:spMkLst>
        </pc:spChg>
        <pc:spChg chg="add">
          <ac:chgData name="Soumyojyoti Dutta M24IQT014" userId="89cb3e27-6652-45c8-a904-e0ba40275878" providerId="ADAL" clId="{8B3AE0C0-B998-55DD-AAD6-8A46A4CEE142}" dt="2025-11-16T10:10:32.122" v="156" actId="26606"/>
          <ac:spMkLst>
            <pc:docMk/>
            <pc:sldMk cId="4230731406" sldId="256"/>
            <ac:spMk id="9" creationId="{0DC895F7-4E59-40FB-87DD-ACE47F94C143}"/>
          </ac:spMkLst>
        </pc:spChg>
        <pc:picChg chg="add mod">
          <ac:chgData name="Soumyojyoti Dutta M24IQT014" userId="89cb3e27-6652-45c8-a904-e0ba40275878" providerId="ADAL" clId="{8B3AE0C0-B998-55DD-AAD6-8A46A4CEE142}" dt="2025-11-16T10:11:29.950" v="165" actId="1076"/>
          <ac:picMkLst>
            <pc:docMk/>
            <pc:sldMk cId="4230731406" sldId="256"/>
            <ac:picMk id="5" creationId="{B2C958D8-D026-3860-A89E-2E61045E48A2}"/>
          </ac:picMkLst>
        </pc:picChg>
        <pc:picChg chg="add">
          <ac:chgData name="Soumyojyoti Dutta M24IQT014" userId="89cb3e27-6652-45c8-a904-e0ba40275878" providerId="ADAL" clId="{8B3AE0C0-B998-55DD-AAD6-8A46A4CEE142}" dt="2025-11-16T10:10:32.122" v="156" actId="26606"/>
          <ac:picMkLst>
            <pc:docMk/>
            <pc:sldMk cId="4230731406" sldId="256"/>
            <ac:picMk id="11" creationId="{1A4C720E-710D-44F8-A8D7-2BAA61E1814B}"/>
          </ac:picMkLst>
        </pc:picChg>
      </pc:sldChg>
      <pc:sldChg chg="modSp mod">
        <pc:chgData name="Soumyojyoti Dutta M24IQT014" userId="89cb3e27-6652-45c8-a904-e0ba40275878" providerId="ADAL" clId="{8B3AE0C0-B998-55DD-AAD6-8A46A4CEE142}" dt="2025-11-16T10:11:50.963" v="174" actId="20577"/>
        <pc:sldMkLst>
          <pc:docMk/>
          <pc:sldMk cId="2104785504" sldId="257"/>
        </pc:sldMkLst>
        <pc:spChg chg="mod">
          <ac:chgData name="Soumyojyoti Dutta M24IQT014" userId="89cb3e27-6652-45c8-a904-e0ba40275878" providerId="ADAL" clId="{8B3AE0C0-B998-55DD-AAD6-8A46A4CEE142}" dt="2025-11-16T10:11:50.963" v="174" actId="20577"/>
          <ac:spMkLst>
            <pc:docMk/>
            <pc:sldMk cId="2104785504" sldId="257"/>
            <ac:spMk id="3" creationId="{F4958D52-7269-79E4-62EA-241AB6C2A1A9}"/>
          </ac:spMkLst>
        </pc:spChg>
      </pc:sldChg>
      <pc:sldChg chg="addSp modSp mod setBg">
        <pc:chgData name="Soumyojyoti Dutta M24IQT014" userId="89cb3e27-6652-45c8-a904-e0ba40275878" providerId="ADAL" clId="{8B3AE0C0-B998-55DD-AAD6-8A46A4CEE142}" dt="2025-11-16T07:57:43.424" v="109" actId="26606"/>
        <pc:sldMkLst>
          <pc:docMk/>
          <pc:sldMk cId="3703136666" sldId="258"/>
        </pc:sldMkLst>
        <pc:spChg chg="mod">
          <ac:chgData name="Soumyojyoti Dutta M24IQT014" userId="89cb3e27-6652-45c8-a904-e0ba40275878" providerId="ADAL" clId="{8B3AE0C0-B998-55DD-AAD6-8A46A4CEE142}" dt="2025-11-16T07:57:43.424" v="109" actId="26606"/>
          <ac:spMkLst>
            <pc:docMk/>
            <pc:sldMk cId="3703136666" sldId="258"/>
            <ac:spMk id="2" creationId="{29DFA489-EA67-166E-F0E3-FE35DDF2F343}"/>
          </ac:spMkLst>
        </pc:spChg>
        <pc:spChg chg="mod">
          <ac:chgData name="Soumyojyoti Dutta M24IQT014" userId="89cb3e27-6652-45c8-a904-e0ba40275878" providerId="ADAL" clId="{8B3AE0C0-B998-55DD-AAD6-8A46A4CEE142}" dt="2025-11-16T07:57:43.424" v="109" actId="26606"/>
          <ac:spMkLst>
            <pc:docMk/>
            <pc:sldMk cId="3703136666" sldId="258"/>
            <ac:spMk id="3" creationId="{808AC9E7-3D82-3DD1-0E60-34244D406E3D}"/>
          </ac:spMkLst>
        </pc:spChg>
        <pc:picChg chg="add mod">
          <ac:chgData name="Soumyojyoti Dutta M24IQT014" userId="89cb3e27-6652-45c8-a904-e0ba40275878" providerId="ADAL" clId="{8B3AE0C0-B998-55DD-AAD6-8A46A4CEE142}" dt="2025-11-16T07:57:43.424" v="109" actId="26606"/>
          <ac:picMkLst>
            <pc:docMk/>
            <pc:sldMk cId="3703136666" sldId="258"/>
            <ac:picMk id="4" creationId="{D7B3E50E-BDC3-C04B-255B-63FA1A0ED677}"/>
          </ac:picMkLst>
        </pc:picChg>
      </pc:sldChg>
      <pc:sldChg chg="addSp delSp modSp mod setBg setClrOvrMap">
        <pc:chgData name="Soumyojyoti Dutta M24IQT014" userId="89cb3e27-6652-45c8-a904-e0ba40275878" providerId="ADAL" clId="{8B3AE0C0-B998-55DD-AAD6-8A46A4CEE142}" dt="2025-11-16T07:58:06.005" v="110" actId="26606"/>
        <pc:sldMkLst>
          <pc:docMk/>
          <pc:sldMk cId="1017095343" sldId="259"/>
        </pc:sldMkLst>
        <pc:spChg chg="mod">
          <ac:chgData name="Soumyojyoti Dutta M24IQT014" userId="89cb3e27-6652-45c8-a904-e0ba40275878" providerId="ADAL" clId="{8B3AE0C0-B998-55DD-AAD6-8A46A4CEE142}" dt="2025-11-16T07:58:06.005" v="110" actId="26606"/>
          <ac:spMkLst>
            <pc:docMk/>
            <pc:sldMk cId="1017095343" sldId="259"/>
            <ac:spMk id="2" creationId="{886C927E-14AF-BC12-6F09-A4C972CFE889}"/>
          </ac:spMkLst>
        </pc:spChg>
        <pc:spChg chg="del mod">
          <ac:chgData name="Soumyojyoti Dutta M24IQT014" userId="89cb3e27-6652-45c8-a904-e0ba40275878" providerId="ADAL" clId="{8B3AE0C0-B998-55DD-AAD6-8A46A4CEE142}" dt="2025-11-16T07:58:06.005" v="110" actId="26606"/>
          <ac:spMkLst>
            <pc:docMk/>
            <pc:sldMk cId="1017095343" sldId="259"/>
            <ac:spMk id="3" creationId="{346F0E2A-FA52-B4F9-3F53-A195C9AB16E6}"/>
          </ac:spMkLst>
        </pc:spChg>
        <pc:spChg chg="add">
          <ac:chgData name="Soumyojyoti Dutta M24IQT014" userId="89cb3e27-6652-45c8-a904-e0ba40275878" providerId="ADAL" clId="{8B3AE0C0-B998-55DD-AAD6-8A46A4CEE142}" dt="2025-11-16T07:58:06.005" v="110" actId="26606"/>
          <ac:spMkLst>
            <pc:docMk/>
            <pc:sldMk cId="1017095343" sldId="259"/>
            <ac:spMk id="9" creationId="{6A166780-9337-4437-95D3-5EA9D55AAAC5}"/>
          </ac:spMkLst>
        </pc:spChg>
        <pc:spChg chg="add">
          <ac:chgData name="Soumyojyoti Dutta M24IQT014" userId="89cb3e27-6652-45c8-a904-e0ba40275878" providerId="ADAL" clId="{8B3AE0C0-B998-55DD-AAD6-8A46A4CEE142}" dt="2025-11-16T07:58:06.005" v="110" actId="26606"/>
          <ac:spMkLst>
            <pc:docMk/>
            <pc:sldMk cId="1017095343" sldId="259"/>
            <ac:spMk id="11" creationId="{EB3D0F40-BF1F-4120-945D-90C5AAD6E35A}"/>
          </ac:spMkLst>
        </pc:spChg>
        <pc:spChg chg="add">
          <ac:chgData name="Soumyojyoti Dutta M24IQT014" userId="89cb3e27-6652-45c8-a904-e0ba40275878" providerId="ADAL" clId="{8B3AE0C0-B998-55DD-AAD6-8A46A4CEE142}" dt="2025-11-16T07:58:06.005" v="110" actId="26606"/>
          <ac:spMkLst>
            <pc:docMk/>
            <pc:sldMk cId="1017095343" sldId="259"/>
            <ac:spMk id="15" creationId="{66F4F323-644B-4A47-97E9-BFB73840F402}"/>
          </ac:spMkLst>
        </pc:spChg>
        <pc:graphicFrameChg chg="add">
          <ac:chgData name="Soumyojyoti Dutta M24IQT014" userId="89cb3e27-6652-45c8-a904-e0ba40275878" providerId="ADAL" clId="{8B3AE0C0-B998-55DD-AAD6-8A46A4CEE142}" dt="2025-11-16T07:58:06.005" v="110" actId="26606"/>
          <ac:graphicFrameMkLst>
            <pc:docMk/>
            <pc:sldMk cId="1017095343" sldId="259"/>
            <ac:graphicFrameMk id="5" creationId="{A251A929-82D8-0AD4-6F3C-AFE582AE18E4}"/>
          </ac:graphicFrameMkLst>
        </pc:graphicFrameChg>
        <pc:picChg chg="add">
          <ac:chgData name="Soumyojyoti Dutta M24IQT014" userId="89cb3e27-6652-45c8-a904-e0ba40275878" providerId="ADAL" clId="{8B3AE0C0-B998-55DD-AAD6-8A46A4CEE142}" dt="2025-11-16T07:58:06.005" v="110" actId="26606"/>
          <ac:picMkLst>
            <pc:docMk/>
            <pc:sldMk cId="1017095343" sldId="259"/>
            <ac:picMk id="13" creationId="{15640A69-3748-450C-8DDB-B2051AC04BC7}"/>
          </ac:picMkLst>
        </pc:picChg>
      </pc:sldChg>
      <pc:sldChg chg="addSp modSp mod setBg">
        <pc:chgData name="Soumyojyoti Dutta M24IQT014" userId="89cb3e27-6652-45c8-a904-e0ba40275878" providerId="ADAL" clId="{8B3AE0C0-B998-55DD-AAD6-8A46A4CEE142}" dt="2025-11-16T07:59:24.486" v="119" actId="1076"/>
        <pc:sldMkLst>
          <pc:docMk/>
          <pc:sldMk cId="2064987337" sldId="260"/>
        </pc:sldMkLst>
        <pc:spChg chg="mod">
          <ac:chgData name="Soumyojyoti Dutta M24IQT014" userId="89cb3e27-6652-45c8-a904-e0ba40275878" providerId="ADAL" clId="{8B3AE0C0-B998-55DD-AAD6-8A46A4CEE142}" dt="2025-11-16T07:59:17.158" v="117" actId="26606"/>
          <ac:spMkLst>
            <pc:docMk/>
            <pc:sldMk cId="2064987337" sldId="260"/>
            <ac:spMk id="2" creationId="{3904B984-0DED-E031-DC78-710C244C7C59}"/>
          </ac:spMkLst>
        </pc:spChg>
        <pc:spChg chg="mod">
          <ac:chgData name="Soumyojyoti Dutta M24IQT014" userId="89cb3e27-6652-45c8-a904-e0ba40275878" providerId="ADAL" clId="{8B3AE0C0-B998-55DD-AAD6-8A46A4CEE142}" dt="2025-11-16T07:59:17.158" v="117" actId="26606"/>
          <ac:spMkLst>
            <pc:docMk/>
            <pc:sldMk cId="2064987337" sldId="260"/>
            <ac:spMk id="3" creationId="{B74FC480-3707-7EC5-38DD-305A09E00AEC}"/>
          </ac:spMkLst>
        </pc:spChg>
        <pc:picChg chg="add mod">
          <ac:chgData name="Soumyojyoti Dutta M24IQT014" userId="89cb3e27-6652-45c8-a904-e0ba40275878" providerId="ADAL" clId="{8B3AE0C0-B998-55DD-AAD6-8A46A4CEE142}" dt="2025-11-16T07:59:24.486" v="119" actId="1076"/>
          <ac:picMkLst>
            <pc:docMk/>
            <pc:sldMk cId="2064987337" sldId="260"/>
            <ac:picMk id="4" creationId="{C7D8BC81-8DD4-61AC-9AA3-92BF0494B1FD}"/>
          </ac:picMkLst>
        </pc:picChg>
      </pc:sldChg>
      <pc:sldChg chg="addSp modSp mod setBg">
        <pc:chgData name="Soumyojyoti Dutta M24IQT014" userId="89cb3e27-6652-45c8-a904-e0ba40275878" providerId="ADAL" clId="{8B3AE0C0-B998-55DD-AAD6-8A46A4CEE142}" dt="2025-11-16T08:00:03.053" v="121" actId="14100"/>
        <pc:sldMkLst>
          <pc:docMk/>
          <pc:sldMk cId="1772955033" sldId="261"/>
        </pc:sldMkLst>
        <pc:spChg chg="mod">
          <ac:chgData name="Soumyojyoti Dutta M24IQT014" userId="89cb3e27-6652-45c8-a904-e0ba40275878" providerId="ADAL" clId="{8B3AE0C0-B998-55DD-AAD6-8A46A4CEE142}" dt="2025-11-16T07:59:54.454" v="120" actId="26606"/>
          <ac:spMkLst>
            <pc:docMk/>
            <pc:sldMk cId="1772955033" sldId="261"/>
            <ac:spMk id="2" creationId="{BB55982E-AC80-48A2-AADB-388758BD7EE0}"/>
          </ac:spMkLst>
        </pc:spChg>
        <pc:spChg chg="mod">
          <ac:chgData name="Soumyojyoti Dutta M24IQT014" userId="89cb3e27-6652-45c8-a904-e0ba40275878" providerId="ADAL" clId="{8B3AE0C0-B998-55DD-AAD6-8A46A4CEE142}" dt="2025-11-16T08:00:03.053" v="121" actId="14100"/>
          <ac:spMkLst>
            <pc:docMk/>
            <pc:sldMk cId="1772955033" sldId="261"/>
            <ac:spMk id="3" creationId="{1EE0B66D-21C8-96EA-ED50-AD3082DFCC94}"/>
          </ac:spMkLst>
        </pc:spChg>
        <pc:spChg chg="add">
          <ac:chgData name="Soumyojyoti Dutta M24IQT014" userId="89cb3e27-6652-45c8-a904-e0ba40275878" providerId="ADAL" clId="{8B3AE0C0-B998-55DD-AAD6-8A46A4CEE142}" dt="2025-11-16T07:59:54.454" v="120" actId="26606"/>
          <ac:spMkLst>
            <pc:docMk/>
            <pc:sldMk cId="1772955033" sldId="261"/>
            <ac:spMk id="8" creationId="{50E53EDA-3B94-4F6B-9E86-D3BB9EBB9616}"/>
          </ac:spMkLst>
        </pc:spChg>
        <pc:cxnChg chg="add">
          <ac:chgData name="Soumyojyoti Dutta M24IQT014" userId="89cb3e27-6652-45c8-a904-e0ba40275878" providerId="ADAL" clId="{8B3AE0C0-B998-55DD-AAD6-8A46A4CEE142}" dt="2025-11-16T07:59:54.454" v="120" actId="26606"/>
          <ac:cxnSpMkLst>
            <pc:docMk/>
            <pc:sldMk cId="1772955033" sldId="261"/>
            <ac:cxnSpMk id="10" creationId="{30EFD79F-7790-479B-B7DB-BD0D8C101DDD}"/>
          </ac:cxnSpMkLst>
        </pc:cxnChg>
      </pc:sldChg>
      <pc:sldChg chg="addSp delSp modSp mod setBg">
        <pc:chgData name="Soumyojyoti Dutta M24IQT014" userId="89cb3e27-6652-45c8-a904-e0ba40275878" providerId="ADAL" clId="{8B3AE0C0-B998-55DD-AAD6-8A46A4CEE142}" dt="2025-11-16T08:55:59.119" v="143" actId="26606"/>
        <pc:sldMkLst>
          <pc:docMk/>
          <pc:sldMk cId="1389389244" sldId="262"/>
        </pc:sldMkLst>
        <pc:spChg chg="mod">
          <ac:chgData name="Soumyojyoti Dutta M24IQT014" userId="89cb3e27-6652-45c8-a904-e0ba40275878" providerId="ADAL" clId="{8B3AE0C0-B998-55DD-AAD6-8A46A4CEE142}" dt="2025-11-16T08:55:59.119" v="143" actId="26606"/>
          <ac:spMkLst>
            <pc:docMk/>
            <pc:sldMk cId="1389389244" sldId="262"/>
            <ac:spMk id="2" creationId="{3B8E508E-BE06-C22E-29C6-16243FDC9FC4}"/>
          </ac:spMkLst>
        </pc:spChg>
        <pc:spChg chg="mod">
          <ac:chgData name="Soumyojyoti Dutta M24IQT014" userId="89cb3e27-6652-45c8-a904-e0ba40275878" providerId="ADAL" clId="{8B3AE0C0-B998-55DD-AAD6-8A46A4CEE142}" dt="2025-11-16T08:55:59.119" v="143" actId="26606"/>
          <ac:spMkLst>
            <pc:docMk/>
            <pc:sldMk cId="1389389244" sldId="262"/>
            <ac:spMk id="3" creationId="{4FCCA256-1871-5DF0-E46B-D6E7FAB46A56}"/>
          </ac:spMkLst>
        </pc:spChg>
        <pc:picChg chg="add del mod">
          <ac:chgData name="Soumyojyoti Dutta M24IQT014" userId="89cb3e27-6652-45c8-a904-e0ba40275878" providerId="ADAL" clId="{8B3AE0C0-B998-55DD-AAD6-8A46A4CEE142}" dt="2025-11-16T08:55:50.968" v="140" actId="478"/>
          <ac:picMkLst>
            <pc:docMk/>
            <pc:sldMk cId="1389389244" sldId="262"/>
            <ac:picMk id="4" creationId="{80098858-1B76-F9A5-7E51-0660CF3E9075}"/>
          </ac:picMkLst>
        </pc:picChg>
        <pc:picChg chg="add mod">
          <ac:chgData name="Soumyojyoti Dutta M24IQT014" userId="89cb3e27-6652-45c8-a904-e0ba40275878" providerId="ADAL" clId="{8B3AE0C0-B998-55DD-AAD6-8A46A4CEE142}" dt="2025-11-16T08:55:59.119" v="143" actId="26606"/>
          <ac:picMkLst>
            <pc:docMk/>
            <pc:sldMk cId="1389389244" sldId="262"/>
            <ac:picMk id="5" creationId="{0C56AC44-42DD-BF94-5E9B-E46712CD8893}"/>
          </ac:picMkLst>
        </pc:picChg>
      </pc:sldChg>
      <pc:sldChg chg="addSp modSp new mod setBg">
        <pc:chgData name="Soumyojyoti Dutta M24IQT014" userId="89cb3e27-6652-45c8-a904-e0ba40275878" providerId="ADAL" clId="{8B3AE0C0-B998-55DD-AAD6-8A46A4CEE142}" dt="2025-11-16T08:58:15.860" v="148" actId="26606"/>
        <pc:sldMkLst>
          <pc:docMk/>
          <pc:sldMk cId="3455630087" sldId="263"/>
        </pc:sldMkLst>
        <pc:spChg chg="mod">
          <ac:chgData name="Soumyojyoti Dutta M24IQT014" userId="89cb3e27-6652-45c8-a904-e0ba40275878" providerId="ADAL" clId="{8B3AE0C0-B998-55DD-AAD6-8A46A4CEE142}" dt="2025-11-16T08:58:15.860" v="148" actId="26606"/>
          <ac:spMkLst>
            <pc:docMk/>
            <pc:sldMk cId="3455630087" sldId="263"/>
            <ac:spMk id="2" creationId="{8750EFDE-73DD-EA29-BC2B-734296212AA8}"/>
          </ac:spMkLst>
        </pc:spChg>
        <pc:spChg chg="mod">
          <ac:chgData name="Soumyojyoti Dutta M24IQT014" userId="89cb3e27-6652-45c8-a904-e0ba40275878" providerId="ADAL" clId="{8B3AE0C0-B998-55DD-AAD6-8A46A4CEE142}" dt="2025-11-16T08:58:15.860" v="148" actId="26606"/>
          <ac:spMkLst>
            <pc:docMk/>
            <pc:sldMk cId="3455630087" sldId="263"/>
            <ac:spMk id="3" creationId="{B2F0A2F8-0E9A-EE1D-646C-4F1EDFDBC880}"/>
          </ac:spMkLst>
        </pc:spChg>
        <pc:spChg chg="add">
          <ac:chgData name="Soumyojyoti Dutta M24IQT014" userId="89cb3e27-6652-45c8-a904-e0ba40275878" providerId="ADAL" clId="{8B3AE0C0-B998-55DD-AAD6-8A46A4CEE142}" dt="2025-11-16T08:58:15.860" v="148" actId="26606"/>
          <ac:spMkLst>
            <pc:docMk/>
            <pc:sldMk cId="3455630087" sldId="263"/>
            <ac:spMk id="10" creationId="{738C413B-57E4-4FAD-AF00-1E89B4273170}"/>
          </ac:spMkLst>
        </pc:spChg>
        <pc:spChg chg="add">
          <ac:chgData name="Soumyojyoti Dutta M24IQT014" userId="89cb3e27-6652-45c8-a904-e0ba40275878" providerId="ADAL" clId="{8B3AE0C0-B998-55DD-AAD6-8A46A4CEE142}" dt="2025-11-16T08:58:15.860" v="148" actId="26606"/>
          <ac:spMkLst>
            <pc:docMk/>
            <pc:sldMk cId="3455630087" sldId="263"/>
            <ac:spMk id="12" creationId="{96184565-6B22-40B8-AEFC-E5D103C5504C}"/>
          </ac:spMkLst>
        </pc:spChg>
        <pc:spChg chg="add">
          <ac:chgData name="Soumyojyoti Dutta M24IQT014" userId="89cb3e27-6652-45c8-a904-e0ba40275878" providerId="ADAL" clId="{8B3AE0C0-B998-55DD-AAD6-8A46A4CEE142}" dt="2025-11-16T08:58:15.860" v="148" actId="26606"/>
          <ac:spMkLst>
            <pc:docMk/>
            <pc:sldMk cId="3455630087" sldId="263"/>
            <ac:spMk id="14" creationId="{A9B5337D-1BB2-4459-9BD6-59184E3832CF}"/>
          </ac:spMkLst>
        </pc:spChg>
        <pc:picChg chg="add mod ord">
          <ac:chgData name="Soumyojyoti Dutta M24IQT014" userId="89cb3e27-6652-45c8-a904-e0ba40275878" providerId="ADAL" clId="{8B3AE0C0-B998-55DD-AAD6-8A46A4CEE142}" dt="2025-11-16T08:58:15.860" v="148" actId="26606"/>
          <ac:picMkLst>
            <pc:docMk/>
            <pc:sldMk cId="3455630087" sldId="263"/>
            <ac:picMk id="4" creationId="{0E0B74F6-FA09-6059-BE3B-CD6E5B654831}"/>
          </ac:picMkLst>
        </pc:picChg>
        <pc:picChg chg="add mod">
          <ac:chgData name="Soumyojyoti Dutta M24IQT014" userId="89cb3e27-6652-45c8-a904-e0ba40275878" providerId="ADAL" clId="{8B3AE0C0-B998-55DD-AAD6-8A46A4CEE142}" dt="2025-11-16T08:58:15.860" v="148" actId="26606"/>
          <ac:picMkLst>
            <pc:docMk/>
            <pc:sldMk cId="3455630087" sldId="263"/>
            <ac:picMk id="5" creationId="{14D54A1D-6B4C-08DC-F355-5CDC8CDB1BAA}"/>
          </ac:picMkLst>
        </pc:picChg>
      </pc:sldChg>
      <pc:sldChg chg="addSp delSp modSp new mod setBg">
        <pc:chgData name="Soumyojyoti Dutta M24IQT014" userId="89cb3e27-6652-45c8-a904-e0ba40275878" providerId="ADAL" clId="{8B3AE0C0-B998-55DD-AAD6-8A46A4CEE142}" dt="2025-11-16T08:17:41.096" v="132" actId="27636"/>
        <pc:sldMkLst>
          <pc:docMk/>
          <pc:sldMk cId="1072644149" sldId="264"/>
        </pc:sldMkLst>
        <pc:spChg chg="mod">
          <ac:chgData name="Soumyojyoti Dutta M24IQT014" userId="89cb3e27-6652-45c8-a904-e0ba40275878" providerId="ADAL" clId="{8B3AE0C0-B998-55DD-AAD6-8A46A4CEE142}" dt="2025-11-16T08:15:31.068" v="123" actId="26606"/>
          <ac:spMkLst>
            <pc:docMk/>
            <pc:sldMk cId="1072644149" sldId="264"/>
            <ac:spMk id="2" creationId="{1EDC430D-A95C-A01F-BFEE-1C80033AC6C8}"/>
          </ac:spMkLst>
        </pc:spChg>
        <pc:spChg chg="mod">
          <ac:chgData name="Soumyojyoti Dutta M24IQT014" userId="89cb3e27-6652-45c8-a904-e0ba40275878" providerId="ADAL" clId="{8B3AE0C0-B998-55DD-AAD6-8A46A4CEE142}" dt="2025-11-16T08:17:41.096" v="132" actId="27636"/>
          <ac:spMkLst>
            <pc:docMk/>
            <pc:sldMk cId="1072644149" sldId="264"/>
            <ac:spMk id="3" creationId="{1026311C-249F-6054-F3E1-AAAC31E1DAD5}"/>
          </ac:spMkLst>
        </pc:spChg>
        <pc:picChg chg="add del mod">
          <ac:chgData name="Soumyojyoti Dutta M24IQT014" userId="89cb3e27-6652-45c8-a904-e0ba40275878" providerId="ADAL" clId="{8B3AE0C0-B998-55DD-AAD6-8A46A4CEE142}" dt="2025-11-16T08:17:35.813" v="128" actId="478"/>
          <ac:picMkLst>
            <pc:docMk/>
            <pc:sldMk cId="1072644149" sldId="264"/>
            <ac:picMk id="4" creationId="{18D1DB86-B82A-CD87-1D20-B547DDC8421A}"/>
          </ac:picMkLst>
        </pc:picChg>
        <pc:picChg chg="add mod">
          <ac:chgData name="Soumyojyoti Dutta M24IQT014" userId="89cb3e27-6652-45c8-a904-e0ba40275878" providerId="ADAL" clId="{8B3AE0C0-B998-55DD-AAD6-8A46A4CEE142}" dt="2025-11-16T08:17:41.086" v="131" actId="26606"/>
          <ac:picMkLst>
            <pc:docMk/>
            <pc:sldMk cId="1072644149" sldId="264"/>
            <ac:picMk id="5" creationId="{1FD1A9E2-BBC0-6150-AD60-3E831E27C784}"/>
          </ac:picMkLst>
        </pc:picChg>
      </pc:sldChg>
      <pc:sldChg chg="addSp delSp modSp new mod setBg">
        <pc:chgData name="Soumyojyoti Dutta M24IQT014" userId="89cb3e27-6652-45c8-a904-e0ba40275878" providerId="ADAL" clId="{8B3AE0C0-B998-55DD-AAD6-8A46A4CEE142}" dt="2025-11-16T10:09:48.141" v="153" actId="26606"/>
        <pc:sldMkLst>
          <pc:docMk/>
          <pc:sldMk cId="459833014" sldId="265"/>
        </pc:sldMkLst>
        <pc:spChg chg="mod">
          <ac:chgData name="Soumyojyoti Dutta M24IQT014" userId="89cb3e27-6652-45c8-a904-e0ba40275878" providerId="ADAL" clId="{8B3AE0C0-B998-55DD-AAD6-8A46A4CEE142}" dt="2025-11-16T10:09:48.141" v="153" actId="26606"/>
          <ac:spMkLst>
            <pc:docMk/>
            <pc:sldMk cId="459833014" sldId="265"/>
            <ac:spMk id="2" creationId="{97050930-AFE8-A4EF-F5AB-AF6C3DBC2226}"/>
          </ac:spMkLst>
        </pc:spChg>
        <pc:spChg chg="del mod">
          <ac:chgData name="Soumyojyoti Dutta M24IQT014" userId="89cb3e27-6652-45c8-a904-e0ba40275878" providerId="ADAL" clId="{8B3AE0C0-B998-55DD-AAD6-8A46A4CEE142}" dt="2025-11-16T10:09:48.141" v="153" actId="26606"/>
          <ac:spMkLst>
            <pc:docMk/>
            <pc:sldMk cId="459833014" sldId="265"/>
            <ac:spMk id="3" creationId="{52F4E53D-30A6-0631-6577-1BA4E025E73D}"/>
          </ac:spMkLst>
        </pc:spChg>
        <pc:graphicFrameChg chg="add">
          <ac:chgData name="Soumyojyoti Dutta M24IQT014" userId="89cb3e27-6652-45c8-a904-e0ba40275878" providerId="ADAL" clId="{8B3AE0C0-B998-55DD-AAD6-8A46A4CEE142}" dt="2025-11-16T10:09:48.141" v="153" actId="26606"/>
          <ac:graphicFrameMkLst>
            <pc:docMk/>
            <pc:sldMk cId="459833014" sldId="265"/>
            <ac:graphicFrameMk id="5" creationId="{C8D9CBCB-F8C6-A37D-093C-E6E177585938}"/>
          </ac:graphicFrameMkLst>
        </pc:graphicFrameChg>
      </pc:sldChg>
      <pc:sldChg chg="modSp new mod">
        <pc:chgData name="Soumyojyoti Dutta M24IQT014" userId="89cb3e27-6652-45c8-a904-e0ba40275878" providerId="ADAL" clId="{8B3AE0C0-B998-55DD-AAD6-8A46A4CEE142}" dt="2025-11-16T06:08:19.092" v="100" actId="255"/>
        <pc:sldMkLst>
          <pc:docMk/>
          <pc:sldMk cId="1475817128" sldId="266"/>
        </pc:sldMkLst>
        <pc:spChg chg="mod">
          <ac:chgData name="Soumyojyoti Dutta M24IQT014" userId="89cb3e27-6652-45c8-a904-e0ba40275878" providerId="ADAL" clId="{8B3AE0C0-B998-55DD-AAD6-8A46A4CEE142}" dt="2025-11-16T05:53:11.335" v="32" actId="20577"/>
          <ac:spMkLst>
            <pc:docMk/>
            <pc:sldMk cId="1475817128" sldId="266"/>
            <ac:spMk id="2" creationId="{1FFBCC39-B149-4979-762C-91A10D74B845}"/>
          </ac:spMkLst>
        </pc:spChg>
        <pc:spChg chg="mod">
          <ac:chgData name="Soumyojyoti Dutta M24IQT014" userId="89cb3e27-6652-45c8-a904-e0ba40275878" providerId="ADAL" clId="{8B3AE0C0-B998-55DD-AAD6-8A46A4CEE142}" dt="2025-11-16T06:08:19.092" v="100" actId="255"/>
          <ac:spMkLst>
            <pc:docMk/>
            <pc:sldMk cId="1475817128" sldId="266"/>
            <ac:spMk id="3" creationId="{1722334D-9365-9539-E98C-8ED5A5589C47}"/>
          </ac:spMkLst>
        </pc:spChg>
      </pc:sldChg>
      <pc:sldChg chg="modSp new mod">
        <pc:chgData name="Soumyojyoti Dutta M24IQT014" userId="89cb3e27-6652-45c8-a904-e0ba40275878" providerId="ADAL" clId="{8B3AE0C0-B998-55DD-AAD6-8A46A4CEE142}" dt="2025-11-16T06:08:30.282" v="102" actId="255"/>
        <pc:sldMkLst>
          <pc:docMk/>
          <pc:sldMk cId="2549388342" sldId="267"/>
        </pc:sldMkLst>
        <pc:spChg chg="mod">
          <ac:chgData name="Soumyojyoti Dutta M24IQT014" userId="89cb3e27-6652-45c8-a904-e0ba40275878" providerId="ADAL" clId="{8B3AE0C0-B998-55DD-AAD6-8A46A4CEE142}" dt="2025-11-16T05:55:11.297" v="41" actId="14100"/>
          <ac:spMkLst>
            <pc:docMk/>
            <pc:sldMk cId="2549388342" sldId="267"/>
            <ac:spMk id="2" creationId="{A7EBD27F-B188-2060-1723-07A62EC88E82}"/>
          </ac:spMkLst>
        </pc:spChg>
        <pc:spChg chg="mod">
          <ac:chgData name="Soumyojyoti Dutta M24IQT014" userId="89cb3e27-6652-45c8-a904-e0ba40275878" providerId="ADAL" clId="{8B3AE0C0-B998-55DD-AAD6-8A46A4CEE142}" dt="2025-11-16T06:08:30.282" v="102" actId="255"/>
          <ac:spMkLst>
            <pc:docMk/>
            <pc:sldMk cId="2549388342" sldId="267"/>
            <ac:spMk id="3" creationId="{2F65226E-D82B-4898-7D87-061E0BA9991E}"/>
          </ac:spMkLst>
        </pc:spChg>
      </pc:sldChg>
      <pc:sldChg chg="modSp new mod">
        <pc:chgData name="Soumyojyoti Dutta M24IQT014" userId="89cb3e27-6652-45c8-a904-e0ba40275878" providerId="ADAL" clId="{8B3AE0C0-B998-55DD-AAD6-8A46A4CEE142}" dt="2025-11-16T06:08:45.304" v="104" actId="255"/>
        <pc:sldMkLst>
          <pc:docMk/>
          <pc:sldMk cId="2586817919" sldId="268"/>
        </pc:sldMkLst>
        <pc:spChg chg="mod">
          <ac:chgData name="Soumyojyoti Dutta M24IQT014" userId="89cb3e27-6652-45c8-a904-e0ba40275878" providerId="ADAL" clId="{8B3AE0C0-B998-55DD-AAD6-8A46A4CEE142}" dt="2025-11-16T05:56:42.492" v="49" actId="14100"/>
          <ac:spMkLst>
            <pc:docMk/>
            <pc:sldMk cId="2586817919" sldId="268"/>
            <ac:spMk id="2" creationId="{13868D17-F1F4-4402-187B-17C20C9D5CC7}"/>
          </ac:spMkLst>
        </pc:spChg>
        <pc:spChg chg="mod">
          <ac:chgData name="Soumyojyoti Dutta M24IQT014" userId="89cb3e27-6652-45c8-a904-e0ba40275878" providerId="ADAL" clId="{8B3AE0C0-B998-55DD-AAD6-8A46A4CEE142}" dt="2025-11-16T06:08:45.304" v="104" actId="255"/>
          <ac:spMkLst>
            <pc:docMk/>
            <pc:sldMk cId="2586817919" sldId="268"/>
            <ac:spMk id="3" creationId="{3640CD03-F415-34F4-A9BB-962370E77B5B}"/>
          </ac:spMkLst>
        </pc:spChg>
      </pc:sldChg>
      <pc:sldChg chg="addSp delSp modSp new mod setBg setClrOvrMap">
        <pc:chgData name="Soumyojyoti Dutta M24IQT014" userId="89cb3e27-6652-45c8-a904-e0ba40275878" providerId="ADAL" clId="{8B3AE0C0-B998-55DD-AAD6-8A46A4CEE142}" dt="2025-11-16T10:09:13.551" v="149" actId="26606"/>
        <pc:sldMkLst>
          <pc:docMk/>
          <pc:sldMk cId="4018291896" sldId="269"/>
        </pc:sldMkLst>
        <pc:spChg chg="mod">
          <ac:chgData name="Soumyojyoti Dutta M24IQT014" userId="89cb3e27-6652-45c8-a904-e0ba40275878" providerId="ADAL" clId="{8B3AE0C0-B998-55DD-AAD6-8A46A4CEE142}" dt="2025-11-16T10:09:13.551" v="149" actId="26606"/>
          <ac:spMkLst>
            <pc:docMk/>
            <pc:sldMk cId="4018291896" sldId="269"/>
            <ac:spMk id="2" creationId="{1015B0E0-A7DA-4FDC-DA55-3661A990DDDA}"/>
          </ac:spMkLst>
        </pc:spChg>
        <pc:spChg chg="del mod">
          <ac:chgData name="Soumyojyoti Dutta M24IQT014" userId="89cb3e27-6652-45c8-a904-e0ba40275878" providerId="ADAL" clId="{8B3AE0C0-B998-55DD-AAD6-8A46A4CEE142}" dt="2025-11-16T10:09:13.551" v="149" actId="26606"/>
          <ac:spMkLst>
            <pc:docMk/>
            <pc:sldMk cId="4018291896" sldId="269"/>
            <ac:spMk id="3" creationId="{DAE418CA-A326-6B15-07D2-18891FDBC15F}"/>
          </ac:spMkLst>
        </pc:spChg>
        <pc:spChg chg="add">
          <ac:chgData name="Soumyojyoti Dutta M24IQT014" userId="89cb3e27-6652-45c8-a904-e0ba40275878" providerId="ADAL" clId="{8B3AE0C0-B998-55DD-AAD6-8A46A4CEE142}" dt="2025-11-16T10:09:13.551" v="149" actId="26606"/>
          <ac:spMkLst>
            <pc:docMk/>
            <pc:sldMk cId="4018291896" sldId="269"/>
            <ac:spMk id="9" creationId="{4117F0C1-BCBB-40C7-99D6-F703E7A4B5F3}"/>
          </ac:spMkLst>
        </pc:spChg>
        <pc:spChg chg="add">
          <ac:chgData name="Soumyojyoti Dutta M24IQT014" userId="89cb3e27-6652-45c8-a904-e0ba40275878" providerId="ADAL" clId="{8B3AE0C0-B998-55DD-AAD6-8A46A4CEE142}" dt="2025-11-16T10:09:13.551" v="149" actId="26606"/>
          <ac:spMkLst>
            <pc:docMk/>
            <pc:sldMk cId="4018291896" sldId="269"/>
            <ac:spMk id="11" creationId="{D1A5D8BC-B41A-4E96-91C4-D60F5162257E}"/>
          </ac:spMkLst>
        </pc:spChg>
        <pc:spChg chg="add">
          <ac:chgData name="Soumyojyoti Dutta M24IQT014" userId="89cb3e27-6652-45c8-a904-e0ba40275878" providerId="ADAL" clId="{8B3AE0C0-B998-55DD-AAD6-8A46A4CEE142}" dt="2025-11-16T10:09:13.551" v="149" actId="26606"/>
          <ac:spMkLst>
            <pc:docMk/>
            <pc:sldMk cId="4018291896" sldId="269"/>
            <ac:spMk id="15" creationId="{51287385-D3EA-47A8-A127-6061791ADBB6}"/>
          </ac:spMkLst>
        </pc:spChg>
        <pc:graphicFrameChg chg="add">
          <ac:chgData name="Soumyojyoti Dutta M24IQT014" userId="89cb3e27-6652-45c8-a904-e0ba40275878" providerId="ADAL" clId="{8B3AE0C0-B998-55DD-AAD6-8A46A4CEE142}" dt="2025-11-16T10:09:13.551" v="149" actId="26606"/>
          <ac:graphicFrameMkLst>
            <pc:docMk/>
            <pc:sldMk cId="4018291896" sldId="269"/>
            <ac:graphicFrameMk id="5" creationId="{E5624817-EC33-802B-E15F-02136E6C3D06}"/>
          </ac:graphicFrameMkLst>
        </pc:graphicFrameChg>
        <pc:picChg chg="add">
          <ac:chgData name="Soumyojyoti Dutta M24IQT014" userId="89cb3e27-6652-45c8-a904-e0ba40275878" providerId="ADAL" clId="{8B3AE0C0-B998-55DD-AAD6-8A46A4CEE142}" dt="2025-11-16T10:09:13.551" v="149" actId="26606"/>
          <ac:picMkLst>
            <pc:docMk/>
            <pc:sldMk cId="4018291896" sldId="269"/>
            <ac:picMk id="13" creationId="{0D321D5F-FA18-4271-9EAA-0BEA14116BB5}"/>
          </ac:picMkLst>
        </pc:picChg>
      </pc:sldChg>
      <pc:sldChg chg="addSp delSp modSp new mod setBg addAnim setClrOvrMap">
        <pc:chgData name="Soumyojyoti Dutta M24IQT014" userId="89cb3e27-6652-45c8-a904-e0ba40275878" providerId="ADAL" clId="{8B3AE0C0-B998-55DD-AAD6-8A46A4CEE142}" dt="2025-11-16T10:09:33.792" v="152"/>
        <pc:sldMkLst>
          <pc:docMk/>
          <pc:sldMk cId="2569973228" sldId="270"/>
        </pc:sldMkLst>
        <pc:spChg chg="mod">
          <ac:chgData name="Soumyojyoti Dutta M24IQT014" userId="89cb3e27-6652-45c8-a904-e0ba40275878" providerId="ADAL" clId="{8B3AE0C0-B998-55DD-AAD6-8A46A4CEE142}" dt="2025-11-16T10:09:33.786" v="150" actId="26606"/>
          <ac:spMkLst>
            <pc:docMk/>
            <pc:sldMk cId="2569973228" sldId="270"/>
            <ac:spMk id="2" creationId="{5AEAFE4C-E38C-2924-8203-9553D1A62653}"/>
          </ac:spMkLst>
        </pc:spChg>
        <pc:spChg chg="del">
          <ac:chgData name="Soumyojyoti Dutta M24IQT014" userId="89cb3e27-6652-45c8-a904-e0ba40275878" providerId="ADAL" clId="{8B3AE0C0-B998-55DD-AAD6-8A46A4CEE142}" dt="2025-11-16T06:05:52.858" v="70" actId="478"/>
          <ac:spMkLst>
            <pc:docMk/>
            <pc:sldMk cId="2569973228" sldId="270"/>
            <ac:spMk id="3" creationId="{10394DF3-BD1E-AC9A-117A-E0CF2F6410D9}"/>
          </ac:spMkLst>
        </pc:spChg>
        <pc:spChg chg="add">
          <ac:chgData name="Soumyojyoti Dutta M24IQT014" userId="89cb3e27-6652-45c8-a904-e0ba40275878" providerId="ADAL" clId="{8B3AE0C0-B998-55DD-AAD6-8A46A4CEE142}" dt="2025-11-16T10:09:33.786" v="150" actId="26606"/>
          <ac:spMkLst>
            <pc:docMk/>
            <pc:sldMk cId="2569973228" sldId="270"/>
            <ac:spMk id="11" creationId="{1F94DC1C-47D1-41D7-8B1B-9A036D614027}"/>
          </ac:spMkLst>
        </pc:spChg>
        <pc:spChg chg="add">
          <ac:chgData name="Soumyojyoti Dutta M24IQT014" userId="89cb3e27-6652-45c8-a904-e0ba40275878" providerId="ADAL" clId="{8B3AE0C0-B998-55DD-AAD6-8A46A4CEE142}" dt="2025-11-16T10:09:33.786" v="150" actId="26606"/>
          <ac:spMkLst>
            <pc:docMk/>
            <pc:sldMk cId="2569973228" sldId="270"/>
            <ac:spMk id="15" creationId="{AC12A592-C02D-46EF-8E1F-9335DB8D71DF}"/>
          </ac:spMkLst>
        </pc:spChg>
        <pc:spChg chg="add">
          <ac:chgData name="Soumyojyoti Dutta M24IQT014" userId="89cb3e27-6652-45c8-a904-e0ba40275878" providerId="ADAL" clId="{8B3AE0C0-B998-55DD-AAD6-8A46A4CEE142}" dt="2025-11-16T10:09:33.786" v="150" actId="26606"/>
          <ac:spMkLst>
            <pc:docMk/>
            <pc:sldMk cId="2569973228" sldId="270"/>
            <ac:spMk id="17" creationId="{24005816-5BCA-4665-8A58-5580F8E9C84A}"/>
          </ac:spMkLst>
        </pc:spChg>
        <pc:grpChg chg="add">
          <ac:chgData name="Soumyojyoti Dutta M24IQT014" userId="89cb3e27-6652-45c8-a904-e0ba40275878" providerId="ADAL" clId="{8B3AE0C0-B998-55DD-AAD6-8A46A4CEE142}" dt="2025-11-16T10:09:33.786" v="150" actId="26606"/>
          <ac:grpSpMkLst>
            <pc:docMk/>
            <pc:sldMk cId="2569973228" sldId="270"/>
            <ac:grpSpMk id="19" creationId="{BF07F359-8CA3-4854-91E7-EE6004020511}"/>
          </ac:grpSpMkLst>
        </pc:grpChg>
        <pc:picChg chg="add">
          <ac:chgData name="Soumyojyoti Dutta M24IQT014" userId="89cb3e27-6652-45c8-a904-e0ba40275878" providerId="ADAL" clId="{8B3AE0C0-B998-55DD-AAD6-8A46A4CEE142}" dt="2025-11-16T10:09:33.786" v="150" actId="26606"/>
          <ac:picMkLst>
            <pc:docMk/>
            <pc:sldMk cId="2569973228" sldId="270"/>
            <ac:picMk id="6" creationId="{70888BDC-7485-D8FC-CA52-67E9A9B0A072}"/>
          </ac:picMkLst>
        </pc:picChg>
        <pc:picChg chg="add">
          <ac:chgData name="Soumyojyoti Dutta M24IQT014" userId="89cb3e27-6652-45c8-a904-e0ba40275878" providerId="ADAL" clId="{8B3AE0C0-B998-55DD-AAD6-8A46A4CEE142}" dt="2025-11-16T10:09:33.786" v="150" actId="26606"/>
          <ac:picMkLst>
            <pc:docMk/>
            <pc:sldMk cId="2569973228" sldId="270"/>
            <ac:picMk id="9" creationId="{6AF6706C-CF07-43A1-BCC4-CBA5D33820DA}"/>
          </ac:picMkLst>
        </pc:picChg>
        <pc:picChg chg="add">
          <ac:chgData name="Soumyojyoti Dutta M24IQT014" userId="89cb3e27-6652-45c8-a904-e0ba40275878" providerId="ADAL" clId="{8B3AE0C0-B998-55DD-AAD6-8A46A4CEE142}" dt="2025-11-16T10:09:33.786" v="150" actId="26606"/>
          <ac:picMkLst>
            <pc:docMk/>
            <pc:sldMk cId="2569973228" sldId="270"/>
            <ac:picMk id="13" creationId="{811383CE-CE86-4E1C-B289-798EB9E6E0E5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77CD03-7B4C-409E-B508-964D3E5B710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5972C2C4-25EB-4F58-819C-A9C25DE81294}">
      <dgm:prSet/>
      <dgm:spPr/>
      <dgm:t>
        <a:bodyPr/>
        <a:lstStyle/>
        <a:p>
          <a:r>
            <a:rPr lang="en-US"/>
            <a:t>Use discrete-time quantum walks (DTQWs) with coin operators to propagate entanglement.</a:t>
          </a:r>
        </a:p>
      </dgm:t>
    </dgm:pt>
    <dgm:pt modelId="{1FA1D022-1261-4D21-B9EC-88A24D7AD563}" type="parTrans" cxnId="{919D8C5B-CE20-4020-A3DF-9E5048EBB29A}">
      <dgm:prSet/>
      <dgm:spPr/>
      <dgm:t>
        <a:bodyPr/>
        <a:lstStyle/>
        <a:p>
          <a:endParaRPr lang="en-US"/>
        </a:p>
      </dgm:t>
    </dgm:pt>
    <dgm:pt modelId="{E2551355-F1E5-43C9-A610-1EDB9D14962B}" type="sibTrans" cxnId="{919D8C5B-CE20-4020-A3DF-9E5048EBB29A}">
      <dgm:prSet/>
      <dgm:spPr/>
      <dgm:t>
        <a:bodyPr/>
        <a:lstStyle/>
        <a:p>
          <a:endParaRPr lang="en-US"/>
        </a:p>
      </dgm:t>
    </dgm:pt>
    <dgm:pt modelId="{9140BC34-7C95-4A51-B121-B42B96F77E99}">
      <dgm:prSet/>
      <dgm:spPr/>
      <dgm:t>
        <a:bodyPr/>
        <a:lstStyle/>
        <a:p>
          <a:r>
            <a:rPr lang="en-US"/>
            <a:t>Modular construction: distribute entanglement using Bell or GHZ states as basic building blocks.</a:t>
          </a:r>
        </a:p>
      </dgm:t>
    </dgm:pt>
    <dgm:pt modelId="{169609D0-F2F0-470F-80D3-362C961EF826}" type="parTrans" cxnId="{27F64C15-5BB4-4DB1-8A88-2CDF7CA53F08}">
      <dgm:prSet/>
      <dgm:spPr/>
      <dgm:t>
        <a:bodyPr/>
        <a:lstStyle/>
        <a:p>
          <a:endParaRPr lang="en-US"/>
        </a:p>
      </dgm:t>
    </dgm:pt>
    <dgm:pt modelId="{54AC41AC-7A61-45EA-97C9-57C367945321}" type="sibTrans" cxnId="{27F64C15-5BB4-4DB1-8A88-2CDF7CA53F08}">
      <dgm:prSet/>
      <dgm:spPr/>
      <dgm:t>
        <a:bodyPr/>
        <a:lstStyle/>
        <a:p>
          <a:endParaRPr lang="en-US"/>
        </a:p>
      </dgm:t>
    </dgm:pt>
    <dgm:pt modelId="{7435629C-9326-46EF-8E87-6970A7DBC9BB}">
      <dgm:prSet/>
      <dgm:spPr/>
      <dgm:t>
        <a:bodyPr/>
        <a:lstStyle/>
        <a:p>
          <a:r>
            <a:rPr lang="en-US"/>
            <a:t>Avoid global Bell/GHZ measurements by performing </a:t>
          </a:r>
          <a:r>
            <a:rPr lang="en-US" b="1"/>
            <a:t>local quantum walk-based fusion</a:t>
          </a:r>
          <a:r>
            <a:rPr lang="en-US"/>
            <a:t>.</a:t>
          </a:r>
        </a:p>
      </dgm:t>
    </dgm:pt>
    <dgm:pt modelId="{E29A0213-EE7F-49D1-9100-3053F691E3A7}" type="parTrans" cxnId="{44166FC6-5CE6-4C2F-AF8C-E0E33443B5A9}">
      <dgm:prSet/>
      <dgm:spPr/>
      <dgm:t>
        <a:bodyPr/>
        <a:lstStyle/>
        <a:p>
          <a:endParaRPr lang="en-US"/>
        </a:p>
      </dgm:t>
    </dgm:pt>
    <dgm:pt modelId="{058790A4-3A4D-47C5-9B67-BF2ED0E54771}" type="sibTrans" cxnId="{44166FC6-5CE6-4C2F-AF8C-E0E33443B5A9}">
      <dgm:prSet/>
      <dgm:spPr/>
      <dgm:t>
        <a:bodyPr/>
        <a:lstStyle/>
        <a:p>
          <a:endParaRPr lang="en-US"/>
        </a:p>
      </dgm:t>
    </dgm:pt>
    <dgm:pt modelId="{8E14AAA1-B01C-4D51-9E52-27556F6F2AD5}">
      <dgm:prSet/>
      <dgm:spPr/>
      <dgm:t>
        <a:bodyPr/>
        <a:lstStyle/>
        <a:p>
          <a:r>
            <a:rPr lang="en-US"/>
            <a:t>Apply to arbitrary network topologies using graph-based methods (e.g. Steiner tree).</a:t>
          </a:r>
        </a:p>
      </dgm:t>
    </dgm:pt>
    <dgm:pt modelId="{442ADD91-225C-47B6-8E7D-E42BEAA98A59}" type="parTrans" cxnId="{7D457CE5-E740-454C-9311-F44823DD2321}">
      <dgm:prSet/>
      <dgm:spPr/>
      <dgm:t>
        <a:bodyPr/>
        <a:lstStyle/>
        <a:p>
          <a:endParaRPr lang="en-US"/>
        </a:p>
      </dgm:t>
    </dgm:pt>
    <dgm:pt modelId="{9AA26540-EF3E-49A3-BDD8-FC31B8AB5473}" type="sibTrans" cxnId="{7D457CE5-E740-454C-9311-F44823DD2321}">
      <dgm:prSet/>
      <dgm:spPr/>
      <dgm:t>
        <a:bodyPr/>
        <a:lstStyle/>
        <a:p>
          <a:endParaRPr lang="en-US"/>
        </a:p>
      </dgm:t>
    </dgm:pt>
    <dgm:pt modelId="{4CE943FF-1EF5-4B65-8225-F070548D8620}" type="pres">
      <dgm:prSet presAssocID="{B477CD03-7B4C-409E-B508-964D3E5B7106}" presName="root" presStyleCnt="0">
        <dgm:presLayoutVars>
          <dgm:dir/>
          <dgm:resizeHandles val="exact"/>
        </dgm:presLayoutVars>
      </dgm:prSet>
      <dgm:spPr/>
    </dgm:pt>
    <dgm:pt modelId="{3691B9F6-01CB-4A00-BF43-8134B19CAF4D}" type="pres">
      <dgm:prSet presAssocID="{5972C2C4-25EB-4F58-819C-A9C25DE81294}" presName="compNode" presStyleCnt="0"/>
      <dgm:spPr/>
    </dgm:pt>
    <dgm:pt modelId="{83478CE7-E7CB-4C8A-83B9-447FB6428EFC}" type="pres">
      <dgm:prSet presAssocID="{5972C2C4-25EB-4F58-819C-A9C25DE81294}" presName="bgRect" presStyleLbl="bgShp" presStyleIdx="0" presStyleCnt="4"/>
      <dgm:spPr/>
    </dgm:pt>
    <dgm:pt modelId="{351A2A3A-115A-483F-B0B2-2207AE19CFBF}" type="pres">
      <dgm:prSet presAssocID="{5972C2C4-25EB-4F58-819C-A9C25DE8129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tellite"/>
        </a:ext>
      </dgm:extLst>
    </dgm:pt>
    <dgm:pt modelId="{3880E47B-9DF9-40A4-AD0B-1074BA8825EF}" type="pres">
      <dgm:prSet presAssocID="{5972C2C4-25EB-4F58-819C-A9C25DE81294}" presName="spaceRect" presStyleCnt="0"/>
      <dgm:spPr/>
    </dgm:pt>
    <dgm:pt modelId="{27F92614-3FC6-4585-A16A-A14FA0AAF114}" type="pres">
      <dgm:prSet presAssocID="{5972C2C4-25EB-4F58-819C-A9C25DE81294}" presName="parTx" presStyleLbl="revTx" presStyleIdx="0" presStyleCnt="4">
        <dgm:presLayoutVars>
          <dgm:chMax val="0"/>
          <dgm:chPref val="0"/>
        </dgm:presLayoutVars>
      </dgm:prSet>
      <dgm:spPr/>
    </dgm:pt>
    <dgm:pt modelId="{04213C85-02E4-45B8-9F17-FFDC852CA66E}" type="pres">
      <dgm:prSet presAssocID="{E2551355-F1E5-43C9-A610-1EDB9D14962B}" presName="sibTrans" presStyleCnt="0"/>
      <dgm:spPr/>
    </dgm:pt>
    <dgm:pt modelId="{E5573663-A0AA-4313-BFE8-4FE3E60FDE10}" type="pres">
      <dgm:prSet presAssocID="{9140BC34-7C95-4A51-B121-B42B96F77E99}" presName="compNode" presStyleCnt="0"/>
      <dgm:spPr/>
    </dgm:pt>
    <dgm:pt modelId="{F5977D94-1217-47CF-BCD7-391CA4A8DEF9}" type="pres">
      <dgm:prSet presAssocID="{9140BC34-7C95-4A51-B121-B42B96F77E99}" presName="bgRect" presStyleLbl="bgShp" presStyleIdx="1" presStyleCnt="4"/>
      <dgm:spPr/>
    </dgm:pt>
    <dgm:pt modelId="{C690CA64-948C-4D14-B410-69E832A9A373}" type="pres">
      <dgm:prSet presAssocID="{9140BC34-7C95-4A51-B121-B42B96F77E9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39769375-197B-42E3-A1ED-9AF1641FED56}" type="pres">
      <dgm:prSet presAssocID="{9140BC34-7C95-4A51-B121-B42B96F77E99}" presName="spaceRect" presStyleCnt="0"/>
      <dgm:spPr/>
    </dgm:pt>
    <dgm:pt modelId="{A25AB663-4F1F-4F3B-9B20-EF6721C00FEF}" type="pres">
      <dgm:prSet presAssocID="{9140BC34-7C95-4A51-B121-B42B96F77E99}" presName="parTx" presStyleLbl="revTx" presStyleIdx="1" presStyleCnt="4">
        <dgm:presLayoutVars>
          <dgm:chMax val="0"/>
          <dgm:chPref val="0"/>
        </dgm:presLayoutVars>
      </dgm:prSet>
      <dgm:spPr/>
    </dgm:pt>
    <dgm:pt modelId="{78C8FFCC-5E91-45C4-B46C-6478D6200CE2}" type="pres">
      <dgm:prSet presAssocID="{54AC41AC-7A61-45EA-97C9-57C367945321}" presName="sibTrans" presStyleCnt="0"/>
      <dgm:spPr/>
    </dgm:pt>
    <dgm:pt modelId="{EC43280F-AC06-4983-B5DE-241B838A5099}" type="pres">
      <dgm:prSet presAssocID="{7435629C-9326-46EF-8E87-6970A7DBC9BB}" presName="compNode" presStyleCnt="0"/>
      <dgm:spPr/>
    </dgm:pt>
    <dgm:pt modelId="{F3365283-C2F6-4187-9E32-E75B3C59C153}" type="pres">
      <dgm:prSet presAssocID="{7435629C-9326-46EF-8E87-6970A7DBC9BB}" presName="bgRect" presStyleLbl="bgShp" presStyleIdx="2" presStyleCnt="4"/>
      <dgm:spPr/>
    </dgm:pt>
    <dgm:pt modelId="{4D26CE16-0512-437C-865C-C821AC00DC5F}" type="pres">
      <dgm:prSet presAssocID="{7435629C-9326-46EF-8E87-6970A7DBC9B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AEF02421-A219-4D1E-9255-67F2BD5CB83A}" type="pres">
      <dgm:prSet presAssocID="{7435629C-9326-46EF-8E87-6970A7DBC9BB}" presName="spaceRect" presStyleCnt="0"/>
      <dgm:spPr/>
    </dgm:pt>
    <dgm:pt modelId="{7CEBB50E-5311-4874-B77B-70BEF1FD1613}" type="pres">
      <dgm:prSet presAssocID="{7435629C-9326-46EF-8E87-6970A7DBC9BB}" presName="parTx" presStyleLbl="revTx" presStyleIdx="2" presStyleCnt="4">
        <dgm:presLayoutVars>
          <dgm:chMax val="0"/>
          <dgm:chPref val="0"/>
        </dgm:presLayoutVars>
      </dgm:prSet>
      <dgm:spPr/>
    </dgm:pt>
    <dgm:pt modelId="{41E5185E-549F-4DFA-A8F6-36F127F27C3F}" type="pres">
      <dgm:prSet presAssocID="{058790A4-3A4D-47C5-9B67-BF2ED0E54771}" presName="sibTrans" presStyleCnt="0"/>
      <dgm:spPr/>
    </dgm:pt>
    <dgm:pt modelId="{64C377D6-9A48-47B1-95E0-FCA7FE8A7C97}" type="pres">
      <dgm:prSet presAssocID="{8E14AAA1-B01C-4D51-9E52-27556F6F2AD5}" presName="compNode" presStyleCnt="0"/>
      <dgm:spPr/>
    </dgm:pt>
    <dgm:pt modelId="{A864F404-58B2-4469-B53B-7696E415C78D}" type="pres">
      <dgm:prSet presAssocID="{8E14AAA1-B01C-4D51-9E52-27556F6F2AD5}" presName="bgRect" presStyleLbl="bgShp" presStyleIdx="3" presStyleCnt="4"/>
      <dgm:spPr/>
    </dgm:pt>
    <dgm:pt modelId="{944F73E5-982B-46E5-85E2-6391B71D9B13}" type="pres">
      <dgm:prSet presAssocID="{8E14AAA1-B01C-4D51-9E52-27556F6F2AD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545E2CC2-FAA1-49BB-B8F4-6A19C59473E1}" type="pres">
      <dgm:prSet presAssocID="{8E14AAA1-B01C-4D51-9E52-27556F6F2AD5}" presName="spaceRect" presStyleCnt="0"/>
      <dgm:spPr/>
    </dgm:pt>
    <dgm:pt modelId="{D46CBA83-0003-4D2B-8B06-07F3CCE63387}" type="pres">
      <dgm:prSet presAssocID="{8E14AAA1-B01C-4D51-9E52-27556F6F2AD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3273215-A239-488F-8149-2412C12E100C}" type="presOf" srcId="{7435629C-9326-46EF-8E87-6970A7DBC9BB}" destId="{7CEBB50E-5311-4874-B77B-70BEF1FD1613}" srcOrd="0" destOrd="0" presId="urn:microsoft.com/office/officeart/2018/2/layout/IconVerticalSolidList"/>
    <dgm:cxn modelId="{27F64C15-5BB4-4DB1-8A88-2CDF7CA53F08}" srcId="{B477CD03-7B4C-409E-B508-964D3E5B7106}" destId="{9140BC34-7C95-4A51-B121-B42B96F77E99}" srcOrd="1" destOrd="0" parTransId="{169609D0-F2F0-470F-80D3-362C961EF826}" sibTransId="{54AC41AC-7A61-45EA-97C9-57C367945321}"/>
    <dgm:cxn modelId="{EAFD8C31-CCD8-46FB-B992-A244B16BC257}" type="presOf" srcId="{8E14AAA1-B01C-4D51-9E52-27556F6F2AD5}" destId="{D46CBA83-0003-4D2B-8B06-07F3CCE63387}" srcOrd="0" destOrd="0" presId="urn:microsoft.com/office/officeart/2018/2/layout/IconVerticalSolidList"/>
    <dgm:cxn modelId="{9AB41A32-5588-441A-8D53-47C53FCCE933}" type="presOf" srcId="{B477CD03-7B4C-409E-B508-964D3E5B7106}" destId="{4CE943FF-1EF5-4B65-8225-F070548D8620}" srcOrd="0" destOrd="0" presId="urn:microsoft.com/office/officeart/2018/2/layout/IconVerticalSolidList"/>
    <dgm:cxn modelId="{919D8C5B-CE20-4020-A3DF-9E5048EBB29A}" srcId="{B477CD03-7B4C-409E-B508-964D3E5B7106}" destId="{5972C2C4-25EB-4F58-819C-A9C25DE81294}" srcOrd="0" destOrd="0" parTransId="{1FA1D022-1261-4D21-B9EC-88A24D7AD563}" sibTransId="{E2551355-F1E5-43C9-A610-1EDB9D14962B}"/>
    <dgm:cxn modelId="{34253E6D-08FE-4C54-AED1-F1B38C61A536}" type="presOf" srcId="{9140BC34-7C95-4A51-B121-B42B96F77E99}" destId="{A25AB663-4F1F-4F3B-9B20-EF6721C00FEF}" srcOrd="0" destOrd="0" presId="urn:microsoft.com/office/officeart/2018/2/layout/IconVerticalSolidList"/>
    <dgm:cxn modelId="{5533FDB1-0D70-4BBF-A77D-4313520CA2AF}" type="presOf" srcId="{5972C2C4-25EB-4F58-819C-A9C25DE81294}" destId="{27F92614-3FC6-4585-A16A-A14FA0AAF114}" srcOrd="0" destOrd="0" presId="urn:microsoft.com/office/officeart/2018/2/layout/IconVerticalSolidList"/>
    <dgm:cxn modelId="{44166FC6-5CE6-4C2F-AF8C-E0E33443B5A9}" srcId="{B477CD03-7B4C-409E-B508-964D3E5B7106}" destId="{7435629C-9326-46EF-8E87-6970A7DBC9BB}" srcOrd="2" destOrd="0" parTransId="{E29A0213-EE7F-49D1-9100-3053F691E3A7}" sibTransId="{058790A4-3A4D-47C5-9B67-BF2ED0E54771}"/>
    <dgm:cxn modelId="{7D457CE5-E740-454C-9311-F44823DD2321}" srcId="{B477CD03-7B4C-409E-B508-964D3E5B7106}" destId="{8E14AAA1-B01C-4D51-9E52-27556F6F2AD5}" srcOrd="3" destOrd="0" parTransId="{442ADD91-225C-47B6-8E7D-E42BEAA98A59}" sibTransId="{9AA26540-EF3E-49A3-BDD8-FC31B8AB5473}"/>
    <dgm:cxn modelId="{45BA811C-E841-425A-AAB3-66F8904443C8}" type="presParOf" srcId="{4CE943FF-1EF5-4B65-8225-F070548D8620}" destId="{3691B9F6-01CB-4A00-BF43-8134B19CAF4D}" srcOrd="0" destOrd="0" presId="urn:microsoft.com/office/officeart/2018/2/layout/IconVerticalSolidList"/>
    <dgm:cxn modelId="{D31A4594-D6B3-458D-8015-3B81C0B834EA}" type="presParOf" srcId="{3691B9F6-01CB-4A00-BF43-8134B19CAF4D}" destId="{83478CE7-E7CB-4C8A-83B9-447FB6428EFC}" srcOrd="0" destOrd="0" presId="urn:microsoft.com/office/officeart/2018/2/layout/IconVerticalSolidList"/>
    <dgm:cxn modelId="{5A3407D3-E167-4EDE-95D1-AC9F23F8678A}" type="presParOf" srcId="{3691B9F6-01CB-4A00-BF43-8134B19CAF4D}" destId="{351A2A3A-115A-483F-B0B2-2207AE19CFBF}" srcOrd="1" destOrd="0" presId="urn:microsoft.com/office/officeart/2018/2/layout/IconVerticalSolidList"/>
    <dgm:cxn modelId="{0C19DCA2-62E1-479F-B1D0-60C1ADBB1511}" type="presParOf" srcId="{3691B9F6-01CB-4A00-BF43-8134B19CAF4D}" destId="{3880E47B-9DF9-40A4-AD0B-1074BA8825EF}" srcOrd="2" destOrd="0" presId="urn:microsoft.com/office/officeart/2018/2/layout/IconVerticalSolidList"/>
    <dgm:cxn modelId="{1C058DFF-0079-4B34-A3C6-1C9D682BB499}" type="presParOf" srcId="{3691B9F6-01CB-4A00-BF43-8134B19CAF4D}" destId="{27F92614-3FC6-4585-A16A-A14FA0AAF114}" srcOrd="3" destOrd="0" presId="urn:microsoft.com/office/officeart/2018/2/layout/IconVerticalSolidList"/>
    <dgm:cxn modelId="{4686341F-7CBE-43AA-B6D7-C81CD301D8C3}" type="presParOf" srcId="{4CE943FF-1EF5-4B65-8225-F070548D8620}" destId="{04213C85-02E4-45B8-9F17-FFDC852CA66E}" srcOrd="1" destOrd="0" presId="urn:microsoft.com/office/officeart/2018/2/layout/IconVerticalSolidList"/>
    <dgm:cxn modelId="{F5710921-7C59-46CA-8060-B75526BDC30B}" type="presParOf" srcId="{4CE943FF-1EF5-4B65-8225-F070548D8620}" destId="{E5573663-A0AA-4313-BFE8-4FE3E60FDE10}" srcOrd="2" destOrd="0" presId="urn:microsoft.com/office/officeart/2018/2/layout/IconVerticalSolidList"/>
    <dgm:cxn modelId="{38377F6A-933B-4C7E-A71F-DDC8F9A5BE0C}" type="presParOf" srcId="{E5573663-A0AA-4313-BFE8-4FE3E60FDE10}" destId="{F5977D94-1217-47CF-BCD7-391CA4A8DEF9}" srcOrd="0" destOrd="0" presId="urn:microsoft.com/office/officeart/2018/2/layout/IconVerticalSolidList"/>
    <dgm:cxn modelId="{EE583610-C3F6-4A87-8E6F-214825FCA672}" type="presParOf" srcId="{E5573663-A0AA-4313-BFE8-4FE3E60FDE10}" destId="{C690CA64-948C-4D14-B410-69E832A9A373}" srcOrd="1" destOrd="0" presId="urn:microsoft.com/office/officeart/2018/2/layout/IconVerticalSolidList"/>
    <dgm:cxn modelId="{E471720C-B4C8-4B68-81CC-F41E1224674E}" type="presParOf" srcId="{E5573663-A0AA-4313-BFE8-4FE3E60FDE10}" destId="{39769375-197B-42E3-A1ED-9AF1641FED56}" srcOrd="2" destOrd="0" presId="urn:microsoft.com/office/officeart/2018/2/layout/IconVerticalSolidList"/>
    <dgm:cxn modelId="{038D0911-77A2-48BE-9786-23A9CE3D5F8F}" type="presParOf" srcId="{E5573663-A0AA-4313-BFE8-4FE3E60FDE10}" destId="{A25AB663-4F1F-4F3B-9B20-EF6721C00FEF}" srcOrd="3" destOrd="0" presId="urn:microsoft.com/office/officeart/2018/2/layout/IconVerticalSolidList"/>
    <dgm:cxn modelId="{BEC68DF2-67AF-4DC6-A043-85E6A5D826A4}" type="presParOf" srcId="{4CE943FF-1EF5-4B65-8225-F070548D8620}" destId="{78C8FFCC-5E91-45C4-B46C-6478D6200CE2}" srcOrd="3" destOrd="0" presId="urn:microsoft.com/office/officeart/2018/2/layout/IconVerticalSolidList"/>
    <dgm:cxn modelId="{09516DD6-D9D7-4F6E-B496-7FDD1C185986}" type="presParOf" srcId="{4CE943FF-1EF5-4B65-8225-F070548D8620}" destId="{EC43280F-AC06-4983-B5DE-241B838A5099}" srcOrd="4" destOrd="0" presId="urn:microsoft.com/office/officeart/2018/2/layout/IconVerticalSolidList"/>
    <dgm:cxn modelId="{976E4097-5A14-4BB2-B55A-419F10A3C8A4}" type="presParOf" srcId="{EC43280F-AC06-4983-B5DE-241B838A5099}" destId="{F3365283-C2F6-4187-9E32-E75B3C59C153}" srcOrd="0" destOrd="0" presId="urn:microsoft.com/office/officeart/2018/2/layout/IconVerticalSolidList"/>
    <dgm:cxn modelId="{04B92F54-FF50-4BF7-8DD5-33C3A72840E4}" type="presParOf" srcId="{EC43280F-AC06-4983-B5DE-241B838A5099}" destId="{4D26CE16-0512-437C-865C-C821AC00DC5F}" srcOrd="1" destOrd="0" presId="urn:microsoft.com/office/officeart/2018/2/layout/IconVerticalSolidList"/>
    <dgm:cxn modelId="{BBB4DE1E-5679-4907-B542-32DA04FD8710}" type="presParOf" srcId="{EC43280F-AC06-4983-B5DE-241B838A5099}" destId="{AEF02421-A219-4D1E-9255-67F2BD5CB83A}" srcOrd="2" destOrd="0" presId="urn:microsoft.com/office/officeart/2018/2/layout/IconVerticalSolidList"/>
    <dgm:cxn modelId="{4FA3D2AF-9EDA-4FC9-82B4-92D8373103F0}" type="presParOf" srcId="{EC43280F-AC06-4983-B5DE-241B838A5099}" destId="{7CEBB50E-5311-4874-B77B-70BEF1FD1613}" srcOrd="3" destOrd="0" presId="urn:microsoft.com/office/officeart/2018/2/layout/IconVerticalSolidList"/>
    <dgm:cxn modelId="{1A638EC4-5793-4817-9034-5597EA31F80C}" type="presParOf" srcId="{4CE943FF-1EF5-4B65-8225-F070548D8620}" destId="{41E5185E-549F-4DFA-A8F6-36F127F27C3F}" srcOrd="5" destOrd="0" presId="urn:microsoft.com/office/officeart/2018/2/layout/IconVerticalSolidList"/>
    <dgm:cxn modelId="{43330BC1-3A2B-4141-806C-44A53207F3D5}" type="presParOf" srcId="{4CE943FF-1EF5-4B65-8225-F070548D8620}" destId="{64C377D6-9A48-47B1-95E0-FCA7FE8A7C97}" srcOrd="6" destOrd="0" presId="urn:microsoft.com/office/officeart/2018/2/layout/IconVerticalSolidList"/>
    <dgm:cxn modelId="{B8D1CA75-4D51-42C2-A02A-48844FB13F40}" type="presParOf" srcId="{64C377D6-9A48-47B1-95E0-FCA7FE8A7C97}" destId="{A864F404-58B2-4469-B53B-7696E415C78D}" srcOrd="0" destOrd="0" presId="urn:microsoft.com/office/officeart/2018/2/layout/IconVerticalSolidList"/>
    <dgm:cxn modelId="{E94E4054-CA64-411E-96E1-D5ADB0D1B310}" type="presParOf" srcId="{64C377D6-9A48-47B1-95E0-FCA7FE8A7C97}" destId="{944F73E5-982B-46E5-85E2-6391B71D9B13}" srcOrd="1" destOrd="0" presId="urn:microsoft.com/office/officeart/2018/2/layout/IconVerticalSolidList"/>
    <dgm:cxn modelId="{4A86FBE9-50E7-46DD-AA2B-3C0870066AD7}" type="presParOf" srcId="{64C377D6-9A48-47B1-95E0-FCA7FE8A7C97}" destId="{545E2CC2-FAA1-49BB-B8F4-6A19C59473E1}" srcOrd="2" destOrd="0" presId="urn:microsoft.com/office/officeart/2018/2/layout/IconVerticalSolidList"/>
    <dgm:cxn modelId="{4903C2DC-33E0-4E53-91C6-C989E9D919D4}" type="presParOf" srcId="{64C377D6-9A48-47B1-95E0-FCA7FE8A7C97}" destId="{D46CBA83-0003-4D2B-8B06-07F3CCE6338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26491A5-9F37-416B-B9D4-14603FF2F2B3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C5FD244-DB60-457F-B845-2325FA1C9C6B}">
      <dgm:prSet/>
      <dgm:spPr/>
      <dgm:t>
        <a:bodyPr/>
        <a:lstStyle/>
        <a:p>
          <a:pPr>
            <a:defRPr cap="all"/>
          </a:pPr>
          <a:r>
            <a:rPr lang="en-US"/>
            <a:t>First to implement quantum walk-based entanglement distribution.</a:t>
          </a:r>
        </a:p>
      </dgm:t>
    </dgm:pt>
    <dgm:pt modelId="{F4AB40D9-8901-46BC-950E-11ED1F22514A}" type="parTrans" cxnId="{C16FCF2C-6248-488E-857E-3F1340267434}">
      <dgm:prSet/>
      <dgm:spPr/>
      <dgm:t>
        <a:bodyPr/>
        <a:lstStyle/>
        <a:p>
          <a:endParaRPr lang="en-US"/>
        </a:p>
      </dgm:t>
    </dgm:pt>
    <dgm:pt modelId="{E224C9B1-D547-41E8-8419-384217AABF64}" type="sibTrans" cxnId="{C16FCF2C-6248-488E-857E-3F1340267434}">
      <dgm:prSet/>
      <dgm:spPr/>
      <dgm:t>
        <a:bodyPr/>
        <a:lstStyle/>
        <a:p>
          <a:endParaRPr lang="en-US"/>
        </a:p>
      </dgm:t>
    </dgm:pt>
    <dgm:pt modelId="{EDFCF484-CDDF-4490-B8F4-02D084E0467E}">
      <dgm:prSet/>
      <dgm:spPr/>
      <dgm:t>
        <a:bodyPr/>
        <a:lstStyle/>
        <a:p>
          <a:pPr>
            <a:defRPr cap="all"/>
          </a:pPr>
          <a:r>
            <a:rPr lang="en-US"/>
            <a:t>Framework supports arbitrary dimensionality and node numbers.</a:t>
          </a:r>
        </a:p>
      </dgm:t>
    </dgm:pt>
    <dgm:pt modelId="{315F60DE-FBAA-4F4E-B464-85A9308A1F88}" type="parTrans" cxnId="{DC21C16C-667A-4EE1-B1CA-926741924753}">
      <dgm:prSet/>
      <dgm:spPr/>
      <dgm:t>
        <a:bodyPr/>
        <a:lstStyle/>
        <a:p>
          <a:endParaRPr lang="en-US"/>
        </a:p>
      </dgm:t>
    </dgm:pt>
    <dgm:pt modelId="{870C30F3-ACB5-4D03-822D-8450CADAF86D}" type="sibTrans" cxnId="{DC21C16C-667A-4EE1-B1CA-926741924753}">
      <dgm:prSet/>
      <dgm:spPr/>
      <dgm:t>
        <a:bodyPr/>
        <a:lstStyle/>
        <a:p>
          <a:endParaRPr lang="en-US"/>
        </a:p>
      </dgm:t>
    </dgm:pt>
    <dgm:pt modelId="{9FF75D25-D9FD-48EA-92D9-050C75A22099}">
      <dgm:prSet/>
      <dgm:spPr/>
      <dgm:t>
        <a:bodyPr/>
        <a:lstStyle/>
        <a:p>
          <a:pPr>
            <a:defRPr cap="all"/>
          </a:pPr>
          <a:r>
            <a:rPr lang="en-US"/>
            <a:t>Uses only local operations, no global measurement.</a:t>
          </a:r>
        </a:p>
      </dgm:t>
    </dgm:pt>
    <dgm:pt modelId="{E893F931-1C70-4403-8544-9BC232C48528}" type="parTrans" cxnId="{76A10996-463B-44FE-A4F0-7A6B3E00E2E5}">
      <dgm:prSet/>
      <dgm:spPr/>
      <dgm:t>
        <a:bodyPr/>
        <a:lstStyle/>
        <a:p>
          <a:endParaRPr lang="en-US"/>
        </a:p>
      </dgm:t>
    </dgm:pt>
    <dgm:pt modelId="{179608F3-297B-4420-B4B5-33C620502D22}" type="sibTrans" cxnId="{76A10996-463B-44FE-A4F0-7A6B3E00E2E5}">
      <dgm:prSet/>
      <dgm:spPr/>
      <dgm:t>
        <a:bodyPr/>
        <a:lstStyle/>
        <a:p>
          <a:endParaRPr lang="en-US"/>
        </a:p>
      </dgm:t>
    </dgm:pt>
    <dgm:pt modelId="{0C5611BA-AD2A-4368-9923-3351E1050F60}">
      <dgm:prSet/>
      <dgm:spPr/>
      <dgm:t>
        <a:bodyPr/>
        <a:lstStyle/>
        <a:p>
          <a:pPr>
            <a:defRPr cap="all"/>
          </a:pPr>
          <a:r>
            <a:rPr lang="en-US"/>
            <a:t>Validated with superconducting hardware.</a:t>
          </a:r>
        </a:p>
      </dgm:t>
    </dgm:pt>
    <dgm:pt modelId="{08F7A061-8316-444E-B5B4-AED41AD39437}" type="parTrans" cxnId="{B4D5E1DF-83B1-41C1-8802-65FD070B51F1}">
      <dgm:prSet/>
      <dgm:spPr/>
      <dgm:t>
        <a:bodyPr/>
        <a:lstStyle/>
        <a:p>
          <a:endParaRPr lang="en-US"/>
        </a:p>
      </dgm:t>
    </dgm:pt>
    <dgm:pt modelId="{6D9423F5-EFB3-45DB-AC3A-CAAF2838E1C2}" type="sibTrans" cxnId="{B4D5E1DF-83B1-41C1-8802-65FD070B51F1}">
      <dgm:prSet/>
      <dgm:spPr/>
      <dgm:t>
        <a:bodyPr/>
        <a:lstStyle/>
        <a:p>
          <a:endParaRPr lang="en-US"/>
        </a:p>
      </dgm:t>
    </dgm:pt>
    <dgm:pt modelId="{7BBB53C5-ADC6-4E27-B5FB-723FAA8C4C71}" type="pres">
      <dgm:prSet presAssocID="{326491A5-9F37-416B-B9D4-14603FF2F2B3}" presName="root" presStyleCnt="0">
        <dgm:presLayoutVars>
          <dgm:dir/>
          <dgm:resizeHandles val="exact"/>
        </dgm:presLayoutVars>
      </dgm:prSet>
      <dgm:spPr/>
    </dgm:pt>
    <dgm:pt modelId="{5A17B3F9-DDC9-46B4-A19D-4FF1E82CDAB5}" type="pres">
      <dgm:prSet presAssocID="{CC5FD244-DB60-457F-B845-2325FA1C9C6B}" presName="compNode" presStyleCnt="0"/>
      <dgm:spPr/>
    </dgm:pt>
    <dgm:pt modelId="{CCDF406B-7C92-431A-B0DB-D0353A34FFB7}" type="pres">
      <dgm:prSet presAssocID="{CC5FD244-DB60-457F-B845-2325FA1C9C6B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B432994C-9DCD-46E6-87BA-A9F78834EEC3}" type="pres">
      <dgm:prSet presAssocID="{CC5FD244-DB60-457F-B845-2325FA1C9C6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119BC80A-4908-4570-A34D-41E51E93EFA6}" type="pres">
      <dgm:prSet presAssocID="{CC5FD244-DB60-457F-B845-2325FA1C9C6B}" presName="spaceRect" presStyleCnt="0"/>
      <dgm:spPr/>
    </dgm:pt>
    <dgm:pt modelId="{3495A6A2-8C70-4E78-B4CC-24119D102C9A}" type="pres">
      <dgm:prSet presAssocID="{CC5FD244-DB60-457F-B845-2325FA1C9C6B}" presName="textRect" presStyleLbl="revTx" presStyleIdx="0" presStyleCnt="4">
        <dgm:presLayoutVars>
          <dgm:chMax val="1"/>
          <dgm:chPref val="1"/>
        </dgm:presLayoutVars>
      </dgm:prSet>
      <dgm:spPr/>
    </dgm:pt>
    <dgm:pt modelId="{184AD9B3-908C-42F7-A9A9-252E05D2500B}" type="pres">
      <dgm:prSet presAssocID="{E224C9B1-D547-41E8-8419-384217AABF64}" presName="sibTrans" presStyleCnt="0"/>
      <dgm:spPr/>
    </dgm:pt>
    <dgm:pt modelId="{6FBF3F7F-04C9-47E5-88BD-D8E8A2257D31}" type="pres">
      <dgm:prSet presAssocID="{EDFCF484-CDDF-4490-B8F4-02D084E0467E}" presName="compNode" presStyleCnt="0"/>
      <dgm:spPr/>
    </dgm:pt>
    <dgm:pt modelId="{C57965A6-740F-4D5F-9E4A-5CC0F49E162E}" type="pres">
      <dgm:prSet presAssocID="{EDFCF484-CDDF-4490-B8F4-02D084E0467E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B711D130-900B-466D-8AE8-E6169EC20BEC}" type="pres">
      <dgm:prSet presAssocID="{EDFCF484-CDDF-4490-B8F4-02D084E0467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A4ABE000-81B9-4E6D-87DE-C32D447CF5C2}" type="pres">
      <dgm:prSet presAssocID="{EDFCF484-CDDF-4490-B8F4-02D084E0467E}" presName="spaceRect" presStyleCnt="0"/>
      <dgm:spPr/>
    </dgm:pt>
    <dgm:pt modelId="{9CAFBD0B-E2F2-4DC3-B019-EA8AD0DC9F00}" type="pres">
      <dgm:prSet presAssocID="{EDFCF484-CDDF-4490-B8F4-02D084E0467E}" presName="textRect" presStyleLbl="revTx" presStyleIdx="1" presStyleCnt="4">
        <dgm:presLayoutVars>
          <dgm:chMax val="1"/>
          <dgm:chPref val="1"/>
        </dgm:presLayoutVars>
      </dgm:prSet>
      <dgm:spPr/>
    </dgm:pt>
    <dgm:pt modelId="{032E8C14-AEB5-43F5-89D7-72CDBE8BCEC7}" type="pres">
      <dgm:prSet presAssocID="{870C30F3-ACB5-4D03-822D-8450CADAF86D}" presName="sibTrans" presStyleCnt="0"/>
      <dgm:spPr/>
    </dgm:pt>
    <dgm:pt modelId="{4F1E9696-5D39-4BBF-BF94-02E19C2B89B0}" type="pres">
      <dgm:prSet presAssocID="{9FF75D25-D9FD-48EA-92D9-050C75A22099}" presName="compNode" presStyleCnt="0"/>
      <dgm:spPr/>
    </dgm:pt>
    <dgm:pt modelId="{DDEB5BC6-E1D1-40FC-9AB5-9F4E6391BF21}" type="pres">
      <dgm:prSet presAssocID="{9FF75D25-D9FD-48EA-92D9-050C75A22099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59E8B528-49BC-40D5-AAB3-B687B50DA4C5}" type="pres">
      <dgm:prSet presAssocID="{9FF75D25-D9FD-48EA-92D9-050C75A2209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D773CB21-E39F-449D-B3C4-4E5FA99F67F3}" type="pres">
      <dgm:prSet presAssocID="{9FF75D25-D9FD-48EA-92D9-050C75A22099}" presName="spaceRect" presStyleCnt="0"/>
      <dgm:spPr/>
    </dgm:pt>
    <dgm:pt modelId="{F899C38F-A1FA-4543-8164-E520AB3C04B7}" type="pres">
      <dgm:prSet presAssocID="{9FF75D25-D9FD-48EA-92D9-050C75A22099}" presName="textRect" presStyleLbl="revTx" presStyleIdx="2" presStyleCnt="4">
        <dgm:presLayoutVars>
          <dgm:chMax val="1"/>
          <dgm:chPref val="1"/>
        </dgm:presLayoutVars>
      </dgm:prSet>
      <dgm:spPr/>
    </dgm:pt>
    <dgm:pt modelId="{D97F1CC1-7C8D-4564-A8E7-1604C293C75B}" type="pres">
      <dgm:prSet presAssocID="{179608F3-297B-4420-B4B5-33C620502D22}" presName="sibTrans" presStyleCnt="0"/>
      <dgm:spPr/>
    </dgm:pt>
    <dgm:pt modelId="{98F6FAC4-FD58-4780-858E-2FEDC9B36A4E}" type="pres">
      <dgm:prSet presAssocID="{0C5611BA-AD2A-4368-9923-3351E1050F60}" presName="compNode" presStyleCnt="0"/>
      <dgm:spPr/>
    </dgm:pt>
    <dgm:pt modelId="{262AA6BE-B348-4B46-A729-65217B89280E}" type="pres">
      <dgm:prSet presAssocID="{0C5611BA-AD2A-4368-9923-3351E1050F60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00574580-6B62-481D-86BF-76B11B2A4D1B}" type="pres">
      <dgm:prSet presAssocID="{0C5611BA-AD2A-4368-9923-3351E1050F6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aduation Cap"/>
        </a:ext>
      </dgm:extLst>
    </dgm:pt>
    <dgm:pt modelId="{AEC3FD24-3059-4511-8D35-E8DC3B88E658}" type="pres">
      <dgm:prSet presAssocID="{0C5611BA-AD2A-4368-9923-3351E1050F60}" presName="spaceRect" presStyleCnt="0"/>
      <dgm:spPr/>
    </dgm:pt>
    <dgm:pt modelId="{6ABB9F88-C407-4E5C-B5B8-D8392A7EB150}" type="pres">
      <dgm:prSet presAssocID="{0C5611BA-AD2A-4368-9923-3351E1050F6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B93970D-4A80-468A-97DC-737FB26E89F1}" type="presOf" srcId="{CC5FD244-DB60-457F-B845-2325FA1C9C6B}" destId="{3495A6A2-8C70-4E78-B4CC-24119D102C9A}" srcOrd="0" destOrd="0" presId="urn:microsoft.com/office/officeart/2018/5/layout/IconLeafLabelList"/>
    <dgm:cxn modelId="{C16FCF2C-6248-488E-857E-3F1340267434}" srcId="{326491A5-9F37-416B-B9D4-14603FF2F2B3}" destId="{CC5FD244-DB60-457F-B845-2325FA1C9C6B}" srcOrd="0" destOrd="0" parTransId="{F4AB40D9-8901-46BC-950E-11ED1F22514A}" sibTransId="{E224C9B1-D547-41E8-8419-384217AABF64}"/>
    <dgm:cxn modelId="{FCE75E49-07BF-4806-AE94-5B68FDF05DF1}" type="presOf" srcId="{EDFCF484-CDDF-4490-B8F4-02D084E0467E}" destId="{9CAFBD0B-E2F2-4DC3-B019-EA8AD0DC9F00}" srcOrd="0" destOrd="0" presId="urn:microsoft.com/office/officeart/2018/5/layout/IconLeafLabelList"/>
    <dgm:cxn modelId="{DC21C16C-667A-4EE1-B1CA-926741924753}" srcId="{326491A5-9F37-416B-B9D4-14603FF2F2B3}" destId="{EDFCF484-CDDF-4490-B8F4-02D084E0467E}" srcOrd="1" destOrd="0" parTransId="{315F60DE-FBAA-4F4E-B464-85A9308A1F88}" sibTransId="{870C30F3-ACB5-4D03-822D-8450CADAF86D}"/>
    <dgm:cxn modelId="{3B5A4573-4D11-4A3D-A254-B226A95A8E17}" type="presOf" srcId="{9FF75D25-D9FD-48EA-92D9-050C75A22099}" destId="{F899C38F-A1FA-4543-8164-E520AB3C04B7}" srcOrd="0" destOrd="0" presId="urn:microsoft.com/office/officeart/2018/5/layout/IconLeafLabelList"/>
    <dgm:cxn modelId="{5C2FCC83-588A-490B-86F4-4DEC2A866F00}" type="presOf" srcId="{0C5611BA-AD2A-4368-9923-3351E1050F60}" destId="{6ABB9F88-C407-4E5C-B5B8-D8392A7EB150}" srcOrd="0" destOrd="0" presId="urn:microsoft.com/office/officeart/2018/5/layout/IconLeafLabelList"/>
    <dgm:cxn modelId="{76A10996-463B-44FE-A4F0-7A6B3E00E2E5}" srcId="{326491A5-9F37-416B-B9D4-14603FF2F2B3}" destId="{9FF75D25-D9FD-48EA-92D9-050C75A22099}" srcOrd="2" destOrd="0" parTransId="{E893F931-1C70-4403-8544-9BC232C48528}" sibTransId="{179608F3-297B-4420-B4B5-33C620502D22}"/>
    <dgm:cxn modelId="{B4D5E1DF-83B1-41C1-8802-65FD070B51F1}" srcId="{326491A5-9F37-416B-B9D4-14603FF2F2B3}" destId="{0C5611BA-AD2A-4368-9923-3351E1050F60}" srcOrd="3" destOrd="0" parTransId="{08F7A061-8316-444E-B5B4-AED41AD39437}" sibTransId="{6D9423F5-EFB3-45DB-AC3A-CAAF2838E1C2}"/>
    <dgm:cxn modelId="{29DD94EF-C820-4A43-82C9-A18F79BF7DA4}" type="presOf" srcId="{326491A5-9F37-416B-B9D4-14603FF2F2B3}" destId="{7BBB53C5-ADC6-4E27-B5FB-723FAA8C4C71}" srcOrd="0" destOrd="0" presId="urn:microsoft.com/office/officeart/2018/5/layout/IconLeafLabelList"/>
    <dgm:cxn modelId="{C6E6C5CA-80A6-4302-80F3-3DC7D390EDD7}" type="presParOf" srcId="{7BBB53C5-ADC6-4E27-B5FB-723FAA8C4C71}" destId="{5A17B3F9-DDC9-46B4-A19D-4FF1E82CDAB5}" srcOrd="0" destOrd="0" presId="urn:microsoft.com/office/officeart/2018/5/layout/IconLeafLabelList"/>
    <dgm:cxn modelId="{C1B375B7-C51E-4A19-9A01-14FE0AC4B97D}" type="presParOf" srcId="{5A17B3F9-DDC9-46B4-A19D-4FF1E82CDAB5}" destId="{CCDF406B-7C92-431A-B0DB-D0353A34FFB7}" srcOrd="0" destOrd="0" presId="urn:microsoft.com/office/officeart/2018/5/layout/IconLeafLabelList"/>
    <dgm:cxn modelId="{ABACA7AA-4C68-4C82-AE8A-FA4E6043DBB2}" type="presParOf" srcId="{5A17B3F9-DDC9-46B4-A19D-4FF1E82CDAB5}" destId="{B432994C-9DCD-46E6-87BA-A9F78834EEC3}" srcOrd="1" destOrd="0" presId="urn:microsoft.com/office/officeart/2018/5/layout/IconLeafLabelList"/>
    <dgm:cxn modelId="{DBB4F872-1FCF-4825-A724-5896F893F124}" type="presParOf" srcId="{5A17B3F9-DDC9-46B4-A19D-4FF1E82CDAB5}" destId="{119BC80A-4908-4570-A34D-41E51E93EFA6}" srcOrd="2" destOrd="0" presId="urn:microsoft.com/office/officeart/2018/5/layout/IconLeafLabelList"/>
    <dgm:cxn modelId="{0B3AC27A-ED54-49A4-97E3-5BA5416C7A0C}" type="presParOf" srcId="{5A17B3F9-DDC9-46B4-A19D-4FF1E82CDAB5}" destId="{3495A6A2-8C70-4E78-B4CC-24119D102C9A}" srcOrd="3" destOrd="0" presId="urn:microsoft.com/office/officeart/2018/5/layout/IconLeafLabelList"/>
    <dgm:cxn modelId="{6D49689F-6163-4614-A397-90035D4706DF}" type="presParOf" srcId="{7BBB53C5-ADC6-4E27-B5FB-723FAA8C4C71}" destId="{184AD9B3-908C-42F7-A9A9-252E05D2500B}" srcOrd="1" destOrd="0" presId="urn:microsoft.com/office/officeart/2018/5/layout/IconLeafLabelList"/>
    <dgm:cxn modelId="{F3609906-8666-4199-A679-5E4C9717AF09}" type="presParOf" srcId="{7BBB53C5-ADC6-4E27-B5FB-723FAA8C4C71}" destId="{6FBF3F7F-04C9-47E5-88BD-D8E8A2257D31}" srcOrd="2" destOrd="0" presId="urn:microsoft.com/office/officeart/2018/5/layout/IconLeafLabelList"/>
    <dgm:cxn modelId="{88165F78-DE40-4ED2-ABC3-22C291440C5B}" type="presParOf" srcId="{6FBF3F7F-04C9-47E5-88BD-D8E8A2257D31}" destId="{C57965A6-740F-4D5F-9E4A-5CC0F49E162E}" srcOrd="0" destOrd="0" presId="urn:microsoft.com/office/officeart/2018/5/layout/IconLeafLabelList"/>
    <dgm:cxn modelId="{E16637E5-24A5-471B-AD4B-6FCA1B87AA3F}" type="presParOf" srcId="{6FBF3F7F-04C9-47E5-88BD-D8E8A2257D31}" destId="{B711D130-900B-466D-8AE8-E6169EC20BEC}" srcOrd="1" destOrd="0" presId="urn:microsoft.com/office/officeart/2018/5/layout/IconLeafLabelList"/>
    <dgm:cxn modelId="{EF786705-2EC2-4FFB-932C-667CF43025E5}" type="presParOf" srcId="{6FBF3F7F-04C9-47E5-88BD-D8E8A2257D31}" destId="{A4ABE000-81B9-4E6D-87DE-C32D447CF5C2}" srcOrd="2" destOrd="0" presId="urn:microsoft.com/office/officeart/2018/5/layout/IconLeafLabelList"/>
    <dgm:cxn modelId="{E3411587-7D0C-42E6-A7AD-788CE1E6C014}" type="presParOf" srcId="{6FBF3F7F-04C9-47E5-88BD-D8E8A2257D31}" destId="{9CAFBD0B-E2F2-4DC3-B019-EA8AD0DC9F00}" srcOrd="3" destOrd="0" presId="urn:microsoft.com/office/officeart/2018/5/layout/IconLeafLabelList"/>
    <dgm:cxn modelId="{0ED99E2C-CA74-45B1-9740-39467F143F87}" type="presParOf" srcId="{7BBB53C5-ADC6-4E27-B5FB-723FAA8C4C71}" destId="{032E8C14-AEB5-43F5-89D7-72CDBE8BCEC7}" srcOrd="3" destOrd="0" presId="urn:microsoft.com/office/officeart/2018/5/layout/IconLeafLabelList"/>
    <dgm:cxn modelId="{5873DE04-9580-4F93-A7C9-202164580022}" type="presParOf" srcId="{7BBB53C5-ADC6-4E27-B5FB-723FAA8C4C71}" destId="{4F1E9696-5D39-4BBF-BF94-02E19C2B89B0}" srcOrd="4" destOrd="0" presId="urn:microsoft.com/office/officeart/2018/5/layout/IconLeafLabelList"/>
    <dgm:cxn modelId="{84E0E5F2-0B97-4159-BBF0-4D09D96849B6}" type="presParOf" srcId="{4F1E9696-5D39-4BBF-BF94-02E19C2B89B0}" destId="{DDEB5BC6-E1D1-40FC-9AB5-9F4E6391BF21}" srcOrd="0" destOrd="0" presId="urn:microsoft.com/office/officeart/2018/5/layout/IconLeafLabelList"/>
    <dgm:cxn modelId="{CB1AE9F8-C1FD-4C13-8982-C7952D889CC0}" type="presParOf" srcId="{4F1E9696-5D39-4BBF-BF94-02E19C2B89B0}" destId="{59E8B528-49BC-40D5-AAB3-B687B50DA4C5}" srcOrd="1" destOrd="0" presId="urn:microsoft.com/office/officeart/2018/5/layout/IconLeafLabelList"/>
    <dgm:cxn modelId="{8038671E-5202-441C-8A22-7C058271A6C2}" type="presParOf" srcId="{4F1E9696-5D39-4BBF-BF94-02E19C2B89B0}" destId="{D773CB21-E39F-449D-B3C4-4E5FA99F67F3}" srcOrd="2" destOrd="0" presId="urn:microsoft.com/office/officeart/2018/5/layout/IconLeafLabelList"/>
    <dgm:cxn modelId="{E4262B02-7E98-4198-AB09-E3DAC319F287}" type="presParOf" srcId="{4F1E9696-5D39-4BBF-BF94-02E19C2B89B0}" destId="{F899C38F-A1FA-4543-8164-E520AB3C04B7}" srcOrd="3" destOrd="0" presId="urn:microsoft.com/office/officeart/2018/5/layout/IconLeafLabelList"/>
    <dgm:cxn modelId="{90AA1C1F-A58B-4816-B16D-3D7EC323336C}" type="presParOf" srcId="{7BBB53C5-ADC6-4E27-B5FB-723FAA8C4C71}" destId="{D97F1CC1-7C8D-4564-A8E7-1604C293C75B}" srcOrd="5" destOrd="0" presId="urn:microsoft.com/office/officeart/2018/5/layout/IconLeafLabelList"/>
    <dgm:cxn modelId="{F00DACCA-8CB5-4CB2-902E-C8C4B8C845C8}" type="presParOf" srcId="{7BBB53C5-ADC6-4E27-B5FB-723FAA8C4C71}" destId="{98F6FAC4-FD58-4780-858E-2FEDC9B36A4E}" srcOrd="6" destOrd="0" presId="urn:microsoft.com/office/officeart/2018/5/layout/IconLeafLabelList"/>
    <dgm:cxn modelId="{AE288EF9-261C-4AFA-8046-2E2ED62982A6}" type="presParOf" srcId="{98F6FAC4-FD58-4780-858E-2FEDC9B36A4E}" destId="{262AA6BE-B348-4B46-A729-65217B89280E}" srcOrd="0" destOrd="0" presId="urn:microsoft.com/office/officeart/2018/5/layout/IconLeafLabelList"/>
    <dgm:cxn modelId="{688828E1-BC22-45BE-8722-C611A43C91D8}" type="presParOf" srcId="{98F6FAC4-FD58-4780-858E-2FEDC9B36A4E}" destId="{00574580-6B62-481D-86BF-76B11B2A4D1B}" srcOrd="1" destOrd="0" presId="urn:microsoft.com/office/officeart/2018/5/layout/IconLeafLabelList"/>
    <dgm:cxn modelId="{00F1CD68-EF2E-40AD-8C68-C9243326A0A0}" type="presParOf" srcId="{98F6FAC4-FD58-4780-858E-2FEDC9B36A4E}" destId="{AEC3FD24-3059-4511-8D35-E8DC3B88E658}" srcOrd="2" destOrd="0" presId="urn:microsoft.com/office/officeart/2018/5/layout/IconLeafLabelList"/>
    <dgm:cxn modelId="{DBA5B2BA-1399-471F-8637-9D8B04284D6B}" type="presParOf" srcId="{98F6FAC4-FD58-4780-858E-2FEDC9B36A4E}" destId="{6ABB9F88-C407-4E5C-B5B8-D8392A7EB150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F409696-065D-434D-80ED-8BA6C0FA41C4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22F290C-3781-4092-A788-0DCC563DF229}">
      <dgm:prSet/>
      <dgm:spPr/>
      <dgm:t>
        <a:bodyPr/>
        <a:lstStyle/>
        <a:p>
          <a:r>
            <a:rPr lang="en-US"/>
            <a:t>Paper establishes a promising new approach to scalable entanglement distribution.</a:t>
          </a:r>
        </a:p>
      </dgm:t>
    </dgm:pt>
    <dgm:pt modelId="{1F2A9406-C250-4568-9F78-CA4BD78A01C1}" type="parTrans" cxnId="{48CBCD9B-D7BB-4BC0-8556-BA7D1F3743BE}">
      <dgm:prSet/>
      <dgm:spPr/>
      <dgm:t>
        <a:bodyPr/>
        <a:lstStyle/>
        <a:p>
          <a:endParaRPr lang="en-US"/>
        </a:p>
      </dgm:t>
    </dgm:pt>
    <dgm:pt modelId="{D33947DD-C767-41E4-9AD8-0BA51F2966F0}" type="sibTrans" cxnId="{48CBCD9B-D7BB-4BC0-8556-BA7D1F3743BE}">
      <dgm:prSet/>
      <dgm:spPr/>
      <dgm:t>
        <a:bodyPr/>
        <a:lstStyle/>
        <a:p>
          <a:endParaRPr lang="en-US"/>
        </a:p>
      </dgm:t>
    </dgm:pt>
    <dgm:pt modelId="{21D9DC3A-CBF8-4AC8-B3E5-6DA31E16D24A}">
      <dgm:prSet/>
      <dgm:spPr/>
      <dgm:t>
        <a:bodyPr/>
        <a:lstStyle/>
        <a:p>
          <a:r>
            <a:rPr lang="en-US"/>
            <a:t>My research will explore three directions:</a:t>
          </a:r>
        </a:p>
      </dgm:t>
    </dgm:pt>
    <dgm:pt modelId="{D34C3DB9-7DB4-43AE-939A-BBF4A797ACDD}" type="parTrans" cxnId="{88E269B3-192B-41DB-ADA4-E3F908B81786}">
      <dgm:prSet/>
      <dgm:spPr/>
      <dgm:t>
        <a:bodyPr/>
        <a:lstStyle/>
        <a:p>
          <a:endParaRPr lang="en-US"/>
        </a:p>
      </dgm:t>
    </dgm:pt>
    <dgm:pt modelId="{79EABCEA-A4B9-42FD-9096-D4BD422C6083}" type="sibTrans" cxnId="{88E269B3-192B-41DB-ADA4-E3F908B81786}">
      <dgm:prSet/>
      <dgm:spPr/>
      <dgm:t>
        <a:bodyPr/>
        <a:lstStyle/>
        <a:p>
          <a:endParaRPr lang="en-US"/>
        </a:p>
      </dgm:t>
    </dgm:pt>
    <dgm:pt modelId="{9F0ED17A-9545-486C-9FC4-F89CC1AD6CA9}">
      <dgm:prSet/>
      <dgm:spPr/>
      <dgm:t>
        <a:bodyPr/>
        <a:lstStyle/>
        <a:p>
          <a:r>
            <a:rPr lang="en-US"/>
            <a:t>CTQW as a simpler, possibly more robust alternative.</a:t>
          </a:r>
        </a:p>
      </dgm:t>
    </dgm:pt>
    <dgm:pt modelId="{0AE9C818-62B6-4E26-A9F1-2D3120383FB6}" type="parTrans" cxnId="{2BA7D706-0C45-4664-8467-C52A68FA8C22}">
      <dgm:prSet/>
      <dgm:spPr/>
      <dgm:t>
        <a:bodyPr/>
        <a:lstStyle/>
        <a:p>
          <a:endParaRPr lang="en-US"/>
        </a:p>
      </dgm:t>
    </dgm:pt>
    <dgm:pt modelId="{F32682EB-52E0-43A2-B849-47C547685BA0}" type="sibTrans" cxnId="{2BA7D706-0C45-4664-8467-C52A68FA8C22}">
      <dgm:prSet/>
      <dgm:spPr/>
      <dgm:t>
        <a:bodyPr/>
        <a:lstStyle/>
        <a:p>
          <a:endParaRPr lang="en-US"/>
        </a:p>
      </dgm:t>
    </dgm:pt>
    <dgm:pt modelId="{7B015283-DC15-4671-9113-993C0916EBC7}">
      <dgm:prSet/>
      <dgm:spPr/>
      <dgm:t>
        <a:bodyPr/>
        <a:lstStyle/>
        <a:p>
          <a:r>
            <a:rPr lang="en-US"/>
            <a:t>Adaptive entanglement generation via learnable coin operators.</a:t>
          </a:r>
        </a:p>
      </dgm:t>
    </dgm:pt>
    <dgm:pt modelId="{F3720A49-AABA-438B-BC82-67174367FDDB}" type="parTrans" cxnId="{D31D90EC-5024-4A38-B815-7FB8507E2F70}">
      <dgm:prSet/>
      <dgm:spPr/>
      <dgm:t>
        <a:bodyPr/>
        <a:lstStyle/>
        <a:p>
          <a:endParaRPr lang="en-US"/>
        </a:p>
      </dgm:t>
    </dgm:pt>
    <dgm:pt modelId="{4310B486-C6E7-441C-A9F5-2341C64FD34C}" type="sibTrans" cxnId="{D31D90EC-5024-4A38-B815-7FB8507E2F70}">
      <dgm:prSet/>
      <dgm:spPr/>
      <dgm:t>
        <a:bodyPr/>
        <a:lstStyle/>
        <a:p>
          <a:endParaRPr lang="en-US"/>
        </a:p>
      </dgm:t>
    </dgm:pt>
    <dgm:pt modelId="{8C7CF6F5-44EA-4BA7-85A1-D538AD9FE872}">
      <dgm:prSet/>
      <dgm:spPr/>
      <dgm:t>
        <a:bodyPr/>
        <a:lstStyle/>
        <a:p>
          <a:r>
            <a:rPr lang="en-US"/>
            <a:t>Intelligent entanglement routing with QRL.</a:t>
          </a:r>
        </a:p>
      </dgm:t>
    </dgm:pt>
    <dgm:pt modelId="{1C73EA32-6084-4BA9-AF5C-0E8FB35B48B0}" type="parTrans" cxnId="{F2E8FB04-1BF1-49A5-B6C8-594A78117E9E}">
      <dgm:prSet/>
      <dgm:spPr/>
      <dgm:t>
        <a:bodyPr/>
        <a:lstStyle/>
        <a:p>
          <a:endParaRPr lang="en-US"/>
        </a:p>
      </dgm:t>
    </dgm:pt>
    <dgm:pt modelId="{BAB0D0C3-8473-407E-83FB-11EAB378BE4E}" type="sibTrans" cxnId="{F2E8FB04-1BF1-49A5-B6C8-594A78117E9E}">
      <dgm:prSet/>
      <dgm:spPr/>
      <dgm:t>
        <a:bodyPr/>
        <a:lstStyle/>
        <a:p>
          <a:endParaRPr lang="en-US"/>
        </a:p>
      </dgm:t>
    </dgm:pt>
    <dgm:pt modelId="{5BC170D0-7F2D-4F58-87AD-A28BEDC0676E}">
      <dgm:prSet/>
      <dgm:spPr/>
      <dgm:t>
        <a:bodyPr/>
        <a:lstStyle/>
        <a:p>
          <a:r>
            <a:rPr lang="en-US"/>
            <a:t>Together, these address current gaps and move toward practical quantum networks.</a:t>
          </a:r>
        </a:p>
      </dgm:t>
    </dgm:pt>
    <dgm:pt modelId="{56F9E34F-0D6E-4B5E-851D-E9CAD90B7836}" type="parTrans" cxnId="{56925C5E-1088-4224-BD36-31490E884D13}">
      <dgm:prSet/>
      <dgm:spPr/>
      <dgm:t>
        <a:bodyPr/>
        <a:lstStyle/>
        <a:p>
          <a:endParaRPr lang="en-US"/>
        </a:p>
      </dgm:t>
    </dgm:pt>
    <dgm:pt modelId="{0F0E31FE-3FEA-4171-9025-DCD30922D974}" type="sibTrans" cxnId="{56925C5E-1088-4224-BD36-31490E884D13}">
      <dgm:prSet/>
      <dgm:spPr/>
      <dgm:t>
        <a:bodyPr/>
        <a:lstStyle/>
        <a:p>
          <a:endParaRPr lang="en-US"/>
        </a:p>
      </dgm:t>
    </dgm:pt>
    <dgm:pt modelId="{5AD4A32C-27E2-524B-9F6A-2A95E0888032}" type="pres">
      <dgm:prSet presAssocID="{8F409696-065D-434D-80ED-8BA6C0FA41C4}" presName="Name0" presStyleCnt="0">
        <dgm:presLayoutVars>
          <dgm:dir/>
          <dgm:animLvl val="lvl"/>
          <dgm:resizeHandles val="exact"/>
        </dgm:presLayoutVars>
      </dgm:prSet>
      <dgm:spPr/>
    </dgm:pt>
    <dgm:pt modelId="{F56C28B0-CEFD-C948-A5C3-C52EE2BBB854}" type="pres">
      <dgm:prSet presAssocID="{5BC170D0-7F2D-4F58-87AD-A28BEDC0676E}" presName="boxAndChildren" presStyleCnt="0"/>
      <dgm:spPr/>
    </dgm:pt>
    <dgm:pt modelId="{FF0F2634-0DD7-BB44-9F75-CBA762A2C6A0}" type="pres">
      <dgm:prSet presAssocID="{5BC170D0-7F2D-4F58-87AD-A28BEDC0676E}" presName="parentTextBox" presStyleLbl="node1" presStyleIdx="0" presStyleCnt="3"/>
      <dgm:spPr/>
    </dgm:pt>
    <dgm:pt modelId="{5F0AB9F7-1DB7-CF48-A826-263C9880F31E}" type="pres">
      <dgm:prSet presAssocID="{79EABCEA-A4B9-42FD-9096-D4BD422C6083}" presName="sp" presStyleCnt="0"/>
      <dgm:spPr/>
    </dgm:pt>
    <dgm:pt modelId="{45323339-9D02-1543-9497-F63E145BE157}" type="pres">
      <dgm:prSet presAssocID="{21D9DC3A-CBF8-4AC8-B3E5-6DA31E16D24A}" presName="arrowAndChildren" presStyleCnt="0"/>
      <dgm:spPr/>
    </dgm:pt>
    <dgm:pt modelId="{5EA18A73-846E-D241-A122-78172F35885F}" type="pres">
      <dgm:prSet presAssocID="{21D9DC3A-CBF8-4AC8-B3E5-6DA31E16D24A}" presName="parentTextArrow" presStyleLbl="node1" presStyleIdx="0" presStyleCnt="3"/>
      <dgm:spPr/>
    </dgm:pt>
    <dgm:pt modelId="{028C65A9-AC1C-8644-959C-1276F3090B29}" type="pres">
      <dgm:prSet presAssocID="{21D9DC3A-CBF8-4AC8-B3E5-6DA31E16D24A}" presName="arrow" presStyleLbl="node1" presStyleIdx="1" presStyleCnt="3"/>
      <dgm:spPr/>
    </dgm:pt>
    <dgm:pt modelId="{FB37E9E7-B6D6-334D-8061-97938985B9DC}" type="pres">
      <dgm:prSet presAssocID="{21D9DC3A-CBF8-4AC8-B3E5-6DA31E16D24A}" presName="descendantArrow" presStyleCnt="0"/>
      <dgm:spPr/>
    </dgm:pt>
    <dgm:pt modelId="{0C4C93D7-B44B-B44E-A95D-794015E80EBC}" type="pres">
      <dgm:prSet presAssocID="{9F0ED17A-9545-486C-9FC4-F89CC1AD6CA9}" presName="childTextArrow" presStyleLbl="fgAccFollowNode1" presStyleIdx="0" presStyleCnt="3">
        <dgm:presLayoutVars>
          <dgm:bulletEnabled val="1"/>
        </dgm:presLayoutVars>
      </dgm:prSet>
      <dgm:spPr/>
    </dgm:pt>
    <dgm:pt modelId="{B5207486-0355-B14B-A55D-2FEA060FAF5B}" type="pres">
      <dgm:prSet presAssocID="{7B015283-DC15-4671-9113-993C0916EBC7}" presName="childTextArrow" presStyleLbl="fgAccFollowNode1" presStyleIdx="1" presStyleCnt="3">
        <dgm:presLayoutVars>
          <dgm:bulletEnabled val="1"/>
        </dgm:presLayoutVars>
      </dgm:prSet>
      <dgm:spPr/>
    </dgm:pt>
    <dgm:pt modelId="{FFBC9494-302E-7D4F-8D24-D5C9FA20E0AC}" type="pres">
      <dgm:prSet presAssocID="{8C7CF6F5-44EA-4BA7-85A1-D538AD9FE872}" presName="childTextArrow" presStyleLbl="fgAccFollowNode1" presStyleIdx="2" presStyleCnt="3">
        <dgm:presLayoutVars>
          <dgm:bulletEnabled val="1"/>
        </dgm:presLayoutVars>
      </dgm:prSet>
      <dgm:spPr/>
    </dgm:pt>
    <dgm:pt modelId="{C56F27CC-5219-CB48-9E78-D4D0D97AFE77}" type="pres">
      <dgm:prSet presAssocID="{D33947DD-C767-41E4-9AD8-0BA51F2966F0}" presName="sp" presStyleCnt="0"/>
      <dgm:spPr/>
    </dgm:pt>
    <dgm:pt modelId="{2489BE0B-E623-0341-A455-2AA9737F3CC2}" type="pres">
      <dgm:prSet presAssocID="{D22F290C-3781-4092-A788-0DCC563DF229}" presName="arrowAndChildren" presStyleCnt="0"/>
      <dgm:spPr/>
    </dgm:pt>
    <dgm:pt modelId="{9C4CDBC1-112C-794F-9C2E-FBBC50767C3E}" type="pres">
      <dgm:prSet presAssocID="{D22F290C-3781-4092-A788-0DCC563DF229}" presName="parentTextArrow" presStyleLbl="node1" presStyleIdx="2" presStyleCnt="3"/>
      <dgm:spPr/>
    </dgm:pt>
  </dgm:ptLst>
  <dgm:cxnLst>
    <dgm:cxn modelId="{F2E8FB04-1BF1-49A5-B6C8-594A78117E9E}" srcId="{21D9DC3A-CBF8-4AC8-B3E5-6DA31E16D24A}" destId="{8C7CF6F5-44EA-4BA7-85A1-D538AD9FE872}" srcOrd="2" destOrd="0" parTransId="{1C73EA32-6084-4BA9-AF5C-0E8FB35B48B0}" sibTransId="{BAB0D0C3-8473-407E-83FB-11EAB378BE4E}"/>
    <dgm:cxn modelId="{2BA7D706-0C45-4664-8467-C52A68FA8C22}" srcId="{21D9DC3A-CBF8-4AC8-B3E5-6DA31E16D24A}" destId="{9F0ED17A-9545-486C-9FC4-F89CC1AD6CA9}" srcOrd="0" destOrd="0" parTransId="{0AE9C818-62B6-4E26-A9F1-2D3120383FB6}" sibTransId="{F32682EB-52E0-43A2-B849-47C547685BA0}"/>
    <dgm:cxn modelId="{E27ACC3E-14C3-9342-A567-A70D88FB6997}" type="presOf" srcId="{8C7CF6F5-44EA-4BA7-85A1-D538AD9FE872}" destId="{FFBC9494-302E-7D4F-8D24-D5C9FA20E0AC}" srcOrd="0" destOrd="0" presId="urn:microsoft.com/office/officeart/2005/8/layout/process4"/>
    <dgm:cxn modelId="{456AB646-A617-BF4A-8221-216E28A3CC25}" type="presOf" srcId="{8F409696-065D-434D-80ED-8BA6C0FA41C4}" destId="{5AD4A32C-27E2-524B-9F6A-2A95E0888032}" srcOrd="0" destOrd="0" presId="urn:microsoft.com/office/officeart/2005/8/layout/process4"/>
    <dgm:cxn modelId="{58AC065E-86C4-054A-BEA8-48DDCC47DA38}" type="presOf" srcId="{7B015283-DC15-4671-9113-993C0916EBC7}" destId="{B5207486-0355-B14B-A55D-2FEA060FAF5B}" srcOrd="0" destOrd="0" presId="urn:microsoft.com/office/officeart/2005/8/layout/process4"/>
    <dgm:cxn modelId="{56925C5E-1088-4224-BD36-31490E884D13}" srcId="{8F409696-065D-434D-80ED-8BA6C0FA41C4}" destId="{5BC170D0-7F2D-4F58-87AD-A28BEDC0676E}" srcOrd="2" destOrd="0" parTransId="{56F9E34F-0D6E-4B5E-851D-E9CAD90B7836}" sibTransId="{0F0E31FE-3FEA-4171-9025-DCD30922D974}"/>
    <dgm:cxn modelId="{3142C098-69B5-6A41-9E65-9E625AA4A32C}" type="presOf" srcId="{5BC170D0-7F2D-4F58-87AD-A28BEDC0676E}" destId="{FF0F2634-0DD7-BB44-9F75-CBA762A2C6A0}" srcOrd="0" destOrd="0" presId="urn:microsoft.com/office/officeart/2005/8/layout/process4"/>
    <dgm:cxn modelId="{48CBCD9B-D7BB-4BC0-8556-BA7D1F3743BE}" srcId="{8F409696-065D-434D-80ED-8BA6C0FA41C4}" destId="{D22F290C-3781-4092-A788-0DCC563DF229}" srcOrd="0" destOrd="0" parTransId="{1F2A9406-C250-4568-9F78-CA4BD78A01C1}" sibTransId="{D33947DD-C767-41E4-9AD8-0BA51F2966F0}"/>
    <dgm:cxn modelId="{500FAC9C-3BAC-304E-AB6E-57F0470E2FB1}" type="presOf" srcId="{21D9DC3A-CBF8-4AC8-B3E5-6DA31E16D24A}" destId="{028C65A9-AC1C-8644-959C-1276F3090B29}" srcOrd="1" destOrd="0" presId="urn:microsoft.com/office/officeart/2005/8/layout/process4"/>
    <dgm:cxn modelId="{953A0D9E-0016-8A49-8724-6FA126DF30FC}" type="presOf" srcId="{21D9DC3A-CBF8-4AC8-B3E5-6DA31E16D24A}" destId="{5EA18A73-846E-D241-A122-78172F35885F}" srcOrd="0" destOrd="0" presId="urn:microsoft.com/office/officeart/2005/8/layout/process4"/>
    <dgm:cxn modelId="{88E269B3-192B-41DB-ADA4-E3F908B81786}" srcId="{8F409696-065D-434D-80ED-8BA6C0FA41C4}" destId="{21D9DC3A-CBF8-4AC8-B3E5-6DA31E16D24A}" srcOrd="1" destOrd="0" parTransId="{D34C3DB9-7DB4-43AE-939A-BBF4A797ACDD}" sibTransId="{79EABCEA-A4B9-42FD-9096-D4BD422C6083}"/>
    <dgm:cxn modelId="{A7A639D4-DA4F-0D40-9EEA-3D1DC080AFD2}" type="presOf" srcId="{9F0ED17A-9545-486C-9FC4-F89CC1AD6CA9}" destId="{0C4C93D7-B44B-B44E-A95D-794015E80EBC}" srcOrd="0" destOrd="0" presId="urn:microsoft.com/office/officeart/2005/8/layout/process4"/>
    <dgm:cxn modelId="{E3B5CBE4-3B0C-164D-8690-CCBC8A6C0E98}" type="presOf" srcId="{D22F290C-3781-4092-A788-0DCC563DF229}" destId="{9C4CDBC1-112C-794F-9C2E-FBBC50767C3E}" srcOrd="0" destOrd="0" presId="urn:microsoft.com/office/officeart/2005/8/layout/process4"/>
    <dgm:cxn modelId="{D31D90EC-5024-4A38-B815-7FB8507E2F70}" srcId="{21D9DC3A-CBF8-4AC8-B3E5-6DA31E16D24A}" destId="{7B015283-DC15-4671-9113-993C0916EBC7}" srcOrd="1" destOrd="0" parTransId="{F3720A49-AABA-438B-BC82-67174367FDDB}" sibTransId="{4310B486-C6E7-441C-A9F5-2341C64FD34C}"/>
    <dgm:cxn modelId="{CC49CB76-09B4-E848-8F4A-E2E11B139520}" type="presParOf" srcId="{5AD4A32C-27E2-524B-9F6A-2A95E0888032}" destId="{F56C28B0-CEFD-C948-A5C3-C52EE2BBB854}" srcOrd="0" destOrd="0" presId="urn:microsoft.com/office/officeart/2005/8/layout/process4"/>
    <dgm:cxn modelId="{602560AD-BEA9-A944-AD34-50241F76DA01}" type="presParOf" srcId="{F56C28B0-CEFD-C948-A5C3-C52EE2BBB854}" destId="{FF0F2634-0DD7-BB44-9F75-CBA762A2C6A0}" srcOrd="0" destOrd="0" presId="urn:microsoft.com/office/officeart/2005/8/layout/process4"/>
    <dgm:cxn modelId="{65DB2550-5854-0E45-8456-CA274DEF8D80}" type="presParOf" srcId="{5AD4A32C-27E2-524B-9F6A-2A95E0888032}" destId="{5F0AB9F7-1DB7-CF48-A826-263C9880F31E}" srcOrd="1" destOrd="0" presId="urn:microsoft.com/office/officeart/2005/8/layout/process4"/>
    <dgm:cxn modelId="{95BE14F3-3D27-8542-8A5C-DC7F52D40271}" type="presParOf" srcId="{5AD4A32C-27E2-524B-9F6A-2A95E0888032}" destId="{45323339-9D02-1543-9497-F63E145BE157}" srcOrd="2" destOrd="0" presId="urn:microsoft.com/office/officeart/2005/8/layout/process4"/>
    <dgm:cxn modelId="{0BA06BC5-A5E4-9C49-B2FE-AE7CC447E2AB}" type="presParOf" srcId="{45323339-9D02-1543-9497-F63E145BE157}" destId="{5EA18A73-846E-D241-A122-78172F35885F}" srcOrd="0" destOrd="0" presId="urn:microsoft.com/office/officeart/2005/8/layout/process4"/>
    <dgm:cxn modelId="{980FBE16-3347-D940-9CF7-96A102A9B8DB}" type="presParOf" srcId="{45323339-9D02-1543-9497-F63E145BE157}" destId="{028C65A9-AC1C-8644-959C-1276F3090B29}" srcOrd="1" destOrd="0" presId="urn:microsoft.com/office/officeart/2005/8/layout/process4"/>
    <dgm:cxn modelId="{74797D4C-EDB7-7040-93E0-4DF1CAF453B1}" type="presParOf" srcId="{45323339-9D02-1543-9497-F63E145BE157}" destId="{FB37E9E7-B6D6-334D-8061-97938985B9DC}" srcOrd="2" destOrd="0" presId="urn:microsoft.com/office/officeart/2005/8/layout/process4"/>
    <dgm:cxn modelId="{41097917-C8C5-5C46-A546-766964F43196}" type="presParOf" srcId="{FB37E9E7-B6D6-334D-8061-97938985B9DC}" destId="{0C4C93D7-B44B-B44E-A95D-794015E80EBC}" srcOrd="0" destOrd="0" presId="urn:microsoft.com/office/officeart/2005/8/layout/process4"/>
    <dgm:cxn modelId="{EB1A5C41-165E-B244-B5C1-188E64FCB58B}" type="presParOf" srcId="{FB37E9E7-B6D6-334D-8061-97938985B9DC}" destId="{B5207486-0355-B14B-A55D-2FEA060FAF5B}" srcOrd="1" destOrd="0" presId="urn:microsoft.com/office/officeart/2005/8/layout/process4"/>
    <dgm:cxn modelId="{4C904CBC-BABD-7645-9D1F-F8C84D88C9F5}" type="presParOf" srcId="{FB37E9E7-B6D6-334D-8061-97938985B9DC}" destId="{FFBC9494-302E-7D4F-8D24-D5C9FA20E0AC}" srcOrd="2" destOrd="0" presId="urn:microsoft.com/office/officeart/2005/8/layout/process4"/>
    <dgm:cxn modelId="{5A0C6849-1D93-AC45-ABFF-70B9DD4E02AD}" type="presParOf" srcId="{5AD4A32C-27E2-524B-9F6A-2A95E0888032}" destId="{C56F27CC-5219-CB48-9E78-D4D0D97AFE77}" srcOrd="3" destOrd="0" presId="urn:microsoft.com/office/officeart/2005/8/layout/process4"/>
    <dgm:cxn modelId="{2EEDE7DF-36EC-7848-BC92-1514023B1D4B}" type="presParOf" srcId="{5AD4A32C-27E2-524B-9F6A-2A95E0888032}" destId="{2489BE0B-E623-0341-A455-2AA9737F3CC2}" srcOrd="4" destOrd="0" presId="urn:microsoft.com/office/officeart/2005/8/layout/process4"/>
    <dgm:cxn modelId="{48652D1E-0925-0448-A572-03537393F6AE}" type="presParOf" srcId="{2489BE0B-E623-0341-A455-2AA9737F3CC2}" destId="{9C4CDBC1-112C-794F-9C2E-FBBC50767C3E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478CE7-E7CB-4C8A-83B9-447FB6428EFC}">
      <dsp:nvSpPr>
        <dsp:cNvPr id="0" name=""/>
        <dsp:cNvSpPr/>
      </dsp:nvSpPr>
      <dsp:spPr>
        <a:xfrm>
          <a:off x="0" y="2040"/>
          <a:ext cx="5886291" cy="103434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1A2A3A-115A-483F-B0B2-2207AE19CFBF}">
      <dsp:nvSpPr>
        <dsp:cNvPr id="0" name=""/>
        <dsp:cNvSpPr/>
      </dsp:nvSpPr>
      <dsp:spPr>
        <a:xfrm>
          <a:off x="312888" y="234768"/>
          <a:ext cx="568888" cy="5688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F92614-3FC6-4585-A16A-A14FA0AAF114}">
      <dsp:nvSpPr>
        <dsp:cNvPr id="0" name=""/>
        <dsp:cNvSpPr/>
      </dsp:nvSpPr>
      <dsp:spPr>
        <a:xfrm>
          <a:off x="1194666" y="2040"/>
          <a:ext cx="4691624" cy="1034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468" tIns="109468" rIns="109468" bIns="10946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Use discrete-time quantum walks (DTQWs) with coin operators to propagate entanglement.</a:t>
          </a:r>
        </a:p>
      </dsp:txBody>
      <dsp:txXfrm>
        <a:off x="1194666" y="2040"/>
        <a:ext cx="4691624" cy="1034343"/>
      </dsp:txXfrm>
    </dsp:sp>
    <dsp:sp modelId="{F5977D94-1217-47CF-BCD7-391CA4A8DEF9}">
      <dsp:nvSpPr>
        <dsp:cNvPr id="0" name=""/>
        <dsp:cNvSpPr/>
      </dsp:nvSpPr>
      <dsp:spPr>
        <a:xfrm>
          <a:off x="0" y="1294969"/>
          <a:ext cx="5886291" cy="103434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90CA64-948C-4D14-B410-69E832A9A373}">
      <dsp:nvSpPr>
        <dsp:cNvPr id="0" name=""/>
        <dsp:cNvSpPr/>
      </dsp:nvSpPr>
      <dsp:spPr>
        <a:xfrm>
          <a:off x="312888" y="1527696"/>
          <a:ext cx="568888" cy="5688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5AB663-4F1F-4F3B-9B20-EF6721C00FEF}">
      <dsp:nvSpPr>
        <dsp:cNvPr id="0" name=""/>
        <dsp:cNvSpPr/>
      </dsp:nvSpPr>
      <dsp:spPr>
        <a:xfrm>
          <a:off x="1194666" y="1294969"/>
          <a:ext cx="4691624" cy="1034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468" tIns="109468" rIns="109468" bIns="10946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Modular construction: distribute entanglement using Bell or GHZ states as basic building blocks.</a:t>
          </a:r>
        </a:p>
      </dsp:txBody>
      <dsp:txXfrm>
        <a:off x="1194666" y="1294969"/>
        <a:ext cx="4691624" cy="1034343"/>
      </dsp:txXfrm>
    </dsp:sp>
    <dsp:sp modelId="{F3365283-C2F6-4187-9E32-E75B3C59C153}">
      <dsp:nvSpPr>
        <dsp:cNvPr id="0" name=""/>
        <dsp:cNvSpPr/>
      </dsp:nvSpPr>
      <dsp:spPr>
        <a:xfrm>
          <a:off x="0" y="2587898"/>
          <a:ext cx="5886291" cy="103434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26CE16-0512-437C-865C-C821AC00DC5F}">
      <dsp:nvSpPr>
        <dsp:cNvPr id="0" name=""/>
        <dsp:cNvSpPr/>
      </dsp:nvSpPr>
      <dsp:spPr>
        <a:xfrm>
          <a:off x="312888" y="2820625"/>
          <a:ext cx="568888" cy="5688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EBB50E-5311-4874-B77B-70BEF1FD1613}">
      <dsp:nvSpPr>
        <dsp:cNvPr id="0" name=""/>
        <dsp:cNvSpPr/>
      </dsp:nvSpPr>
      <dsp:spPr>
        <a:xfrm>
          <a:off x="1194666" y="2587898"/>
          <a:ext cx="4691624" cy="1034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468" tIns="109468" rIns="109468" bIns="10946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Avoid global Bell/GHZ measurements by performing </a:t>
          </a:r>
          <a:r>
            <a:rPr lang="en-US" sz="1900" b="1" kern="1200"/>
            <a:t>local quantum walk-based fusion</a:t>
          </a:r>
          <a:r>
            <a:rPr lang="en-US" sz="1900" kern="1200"/>
            <a:t>.</a:t>
          </a:r>
        </a:p>
      </dsp:txBody>
      <dsp:txXfrm>
        <a:off x="1194666" y="2587898"/>
        <a:ext cx="4691624" cy="1034343"/>
      </dsp:txXfrm>
    </dsp:sp>
    <dsp:sp modelId="{A864F404-58B2-4469-B53B-7696E415C78D}">
      <dsp:nvSpPr>
        <dsp:cNvPr id="0" name=""/>
        <dsp:cNvSpPr/>
      </dsp:nvSpPr>
      <dsp:spPr>
        <a:xfrm>
          <a:off x="0" y="3880827"/>
          <a:ext cx="5886291" cy="103434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4F73E5-982B-46E5-85E2-6391B71D9B13}">
      <dsp:nvSpPr>
        <dsp:cNvPr id="0" name=""/>
        <dsp:cNvSpPr/>
      </dsp:nvSpPr>
      <dsp:spPr>
        <a:xfrm>
          <a:off x="312888" y="4113554"/>
          <a:ext cx="568888" cy="56888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6CBA83-0003-4D2B-8B06-07F3CCE63387}">
      <dsp:nvSpPr>
        <dsp:cNvPr id="0" name=""/>
        <dsp:cNvSpPr/>
      </dsp:nvSpPr>
      <dsp:spPr>
        <a:xfrm>
          <a:off x="1194666" y="3880827"/>
          <a:ext cx="4691624" cy="1034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468" tIns="109468" rIns="109468" bIns="10946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Apply to arbitrary network topologies using graph-based methods (e.g. Steiner tree).</a:t>
          </a:r>
        </a:p>
      </dsp:txBody>
      <dsp:txXfrm>
        <a:off x="1194666" y="3880827"/>
        <a:ext cx="4691624" cy="10343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DF406B-7C92-431A-B0DB-D0353A34FFB7}">
      <dsp:nvSpPr>
        <dsp:cNvPr id="0" name=""/>
        <dsp:cNvSpPr/>
      </dsp:nvSpPr>
      <dsp:spPr>
        <a:xfrm>
          <a:off x="805924" y="508256"/>
          <a:ext cx="1256817" cy="125681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32994C-9DCD-46E6-87BA-A9F78834EEC3}">
      <dsp:nvSpPr>
        <dsp:cNvPr id="0" name=""/>
        <dsp:cNvSpPr/>
      </dsp:nvSpPr>
      <dsp:spPr>
        <a:xfrm>
          <a:off x="1073770" y="776103"/>
          <a:ext cx="721124" cy="72112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95A6A2-8C70-4E78-B4CC-24119D102C9A}">
      <dsp:nvSpPr>
        <dsp:cNvPr id="0" name=""/>
        <dsp:cNvSpPr/>
      </dsp:nvSpPr>
      <dsp:spPr>
        <a:xfrm>
          <a:off x="404154" y="2156542"/>
          <a:ext cx="206035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First to implement quantum walk-based entanglement distribution.</a:t>
          </a:r>
        </a:p>
      </dsp:txBody>
      <dsp:txXfrm>
        <a:off x="404154" y="2156542"/>
        <a:ext cx="2060357" cy="720000"/>
      </dsp:txXfrm>
    </dsp:sp>
    <dsp:sp modelId="{C57965A6-740F-4D5F-9E4A-5CC0F49E162E}">
      <dsp:nvSpPr>
        <dsp:cNvPr id="0" name=""/>
        <dsp:cNvSpPr/>
      </dsp:nvSpPr>
      <dsp:spPr>
        <a:xfrm>
          <a:off x="3226843" y="508256"/>
          <a:ext cx="1256817" cy="125681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11D130-900B-466D-8AE8-E6169EC20BEC}">
      <dsp:nvSpPr>
        <dsp:cNvPr id="0" name=""/>
        <dsp:cNvSpPr/>
      </dsp:nvSpPr>
      <dsp:spPr>
        <a:xfrm>
          <a:off x="3494690" y="776103"/>
          <a:ext cx="721124" cy="72112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AFBD0B-E2F2-4DC3-B019-EA8AD0DC9F00}">
      <dsp:nvSpPr>
        <dsp:cNvPr id="0" name=""/>
        <dsp:cNvSpPr/>
      </dsp:nvSpPr>
      <dsp:spPr>
        <a:xfrm>
          <a:off x="2825074" y="2156542"/>
          <a:ext cx="206035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Framework supports arbitrary dimensionality and node numbers.</a:t>
          </a:r>
        </a:p>
      </dsp:txBody>
      <dsp:txXfrm>
        <a:off x="2825074" y="2156542"/>
        <a:ext cx="2060357" cy="720000"/>
      </dsp:txXfrm>
    </dsp:sp>
    <dsp:sp modelId="{DDEB5BC6-E1D1-40FC-9AB5-9F4E6391BF21}">
      <dsp:nvSpPr>
        <dsp:cNvPr id="0" name=""/>
        <dsp:cNvSpPr/>
      </dsp:nvSpPr>
      <dsp:spPr>
        <a:xfrm>
          <a:off x="5647763" y="508256"/>
          <a:ext cx="1256817" cy="125681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E8B528-49BC-40D5-AAB3-B687B50DA4C5}">
      <dsp:nvSpPr>
        <dsp:cNvPr id="0" name=""/>
        <dsp:cNvSpPr/>
      </dsp:nvSpPr>
      <dsp:spPr>
        <a:xfrm>
          <a:off x="5915609" y="776103"/>
          <a:ext cx="721124" cy="72112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99C38F-A1FA-4543-8164-E520AB3C04B7}">
      <dsp:nvSpPr>
        <dsp:cNvPr id="0" name=""/>
        <dsp:cNvSpPr/>
      </dsp:nvSpPr>
      <dsp:spPr>
        <a:xfrm>
          <a:off x="5245993" y="2156542"/>
          <a:ext cx="206035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Uses only local operations, no global measurement.</a:t>
          </a:r>
        </a:p>
      </dsp:txBody>
      <dsp:txXfrm>
        <a:off x="5245993" y="2156542"/>
        <a:ext cx="2060357" cy="720000"/>
      </dsp:txXfrm>
    </dsp:sp>
    <dsp:sp modelId="{262AA6BE-B348-4B46-A729-65217B89280E}">
      <dsp:nvSpPr>
        <dsp:cNvPr id="0" name=""/>
        <dsp:cNvSpPr/>
      </dsp:nvSpPr>
      <dsp:spPr>
        <a:xfrm>
          <a:off x="8068682" y="508256"/>
          <a:ext cx="1256817" cy="1256817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574580-6B62-481D-86BF-76B11B2A4D1B}">
      <dsp:nvSpPr>
        <dsp:cNvPr id="0" name=""/>
        <dsp:cNvSpPr/>
      </dsp:nvSpPr>
      <dsp:spPr>
        <a:xfrm>
          <a:off x="8336529" y="776103"/>
          <a:ext cx="721124" cy="72112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BB9F88-C407-4E5C-B5B8-D8392A7EB150}">
      <dsp:nvSpPr>
        <dsp:cNvPr id="0" name=""/>
        <dsp:cNvSpPr/>
      </dsp:nvSpPr>
      <dsp:spPr>
        <a:xfrm>
          <a:off x="7666913" y="2156542"/>
          <a:ext cx="206035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Validated with superconducting hardware.</a:t>
          </a:r>
        </a:p>
      </dsp:txBody>
      <dsp:txXfrm>
        <a:off x="7666913" y="2156542"/>
        <a:ext cx="2060357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0F2634-0DD7-BB44-9F75-CBA762A2C6A0}">
      <dsp:nvSpPr>
        <dsp:cNvPr id="0" name=""/>
        <dsp:cNvSpPr/>
      </dsp:nvSpPr>
      <dsp:spPr>
        <a:xfrm>
          <a:off x="0" y="3892472"/>
          <a:ext cx="5741533" cy="127759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Together, these address current gaps and move toward practical quantum networks.</a:t>
          </a:r>
        </a:p>
      </dsp:txBody>
      <dsp:txXfrm>
        <a:off x="0" y="3892472"/>
        <a:ext cx="5741533" cy="1277596"/>
      </dsp:txXfrm>
    </dsp:sp>
    <dsp:sp modelId="{028C65A9-AC1C-8644-959C-1276F3090B29}">
      <dsp:nvSpPr>
        <dsp:cNvPr id="0" name=""/>
        <dsp:cNvSpPr/>
      </dsp:nvSpPr>
      <dsp:spPr>
        <a:xfrm rot="10800000">
          <a:off x="0" y="1946693"/>
          <a:ext cx="5741533" cy="1964943"/>
        </a:xfrm>
        <a:prstGeom prst="upArrowCallout">
          <a:avLst/>
        </a:prstGeom>
        <a:solidFill>
          <a:schemeClr val="accent2">
            <a:hueOff val="-1555074"/>
            <a:satOff val="-8227"/>
            <a:lumOff val="-313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My research will explore three directions:</a:t>
          </a:r>
        </a:p>
      </dsp:txBody>
      <dsp:txXfrm rot="-10800000">
        <a:off x="0" y="1946693"/>
        <a:ext cx="5741533" cy="689695"/>
      </dsp:txXfrm>
    </dsp:sp>
    <dsp:sp modelId="{0C4C93D7-B44B-B44E-A95D-794015E80EBC}">
      <dsp:nvSpPr>
        <dsp:cNvPr id="0" name=""/>
        <dsp:cNvSpPr/>
      </dsp:nvSpPr>
      <dsp:spPr>
        <a:xfrm>
          <a:off x="2803" y="2636388"/>
          <a:ext cx="1911975" cy="58751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CTQW as a simpler, possibly more robust alternative.</a:t>
          </a:r>
        </a:p>
      </dsp:txBody>
      <dsp:txXfrm>
        <a:off x="2803" y="2636388"/>
        <a:ext cx="1911975" cy="587518"/>
      </dsp:txXfrm>
    </dsp:sp>
    <dsp:sp modelId="{B5207486-0355-B14B-A55D-2FEA060FAF5B}">
      <dsp:nvSpPr>
        <dsp:cNvPr id="0" name=""/>
        <dsp:cNvSpPr/>
      </dsp:nvSpPr>
      <dsp:spPr>
        <a:xfrm>
          <a:off x="1914779" y="2636388"/>
          <a:ext cx="1911975" cy="587518"/>
        </a:xfrm>
        <a:prstGeom prst="rect">
          <a:avLst/>
        </a:prstGeom>
        <a:solidFill>
          <a:schemeClr val="accent2">
            <a:tint val="40000"/>
            <a:alpha val="90000"/>
            <a:hueOff val="-1935681"/>
            <a:satOff val="-9566"/>
            <a:lumOff val="-962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1935681"/>
              <a:satOff val="-9566"/>
              <a:lumOff val="-96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Adaptive entanglement generation via learnable coin operators.</a:t>
          </a:r>
        </a:p>
      </dsp:txBody>
      <dsp:txXfrm>
        <a:off x="1914779" y="2636388"/>
        <a:ext cx="1911975" cy="587518"/>
      </dsp:txXfrm>
    </dsp:sp>
    <dsp:sp modelId="{FFBC9494-302E-7D4F-8D24-D5C9FA20E0AC}">
      <dsp:nvSpPr>
        <dsp:cNvPr id="0" name=""/>
        <dsp:cNvSpPr/>
      </dsp:nvSpPr>
      <dsp:spPr>
        <a:xfrm>
          <a:off x="3826754" y="2636388"/>
          <a:ext cx="1911975" cy="587518"/>
        </a:xfrm>
        <a:prstGeom prst="rect">
          <a:avLst/>
        </a:prstGeom>
        <a:solidFill>
          <a:schemeClr val="accent2">
            <a:tint val="40000"/>
            <a:alpha val="90000"/>
            <a:hueOff val="-3871361"/>
            <a:satOff val="-19132"/>
            <a:lumOff val="-1925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3871361"/>
              <a:satOff val="-19132"/>
              <a:lumOff val="-192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Intelligent entanglement routing with QRL.</a:t>
          </a:r>
        </a:p>
      </dsp:txBody>
      <dsp:txXfrm>
        <a:off x="3826754" y="2636388"/>
        <a:ext cx="1911975" cy="587518"/>
      </dsp:txXfrm>
    </dsp:sp>
    <dsp:sp modelId="{9C4CDBC1-112C-794F-9C2E-FBBC50767C3E}">
      <dsp:nvSpPr>
        <dsp:cNvPr id="0" name=""/>
        <dsp:cNvSpPr/>
      </dsp:nvSpPr>
      <dsp:spPr>
        <a:xfrm rot="10800000">
          <a:off x="0" y="914"/>
          <a:ext cx="5741533" cy="1964943"/>
        </a:xfrm>
        <a:prstGeom prst="upArrowCallout">
          <a:avLst/>
        </a:prstGeom>
        <a:solidFill>
          <a:schemeClr val="accent2">
            <a:hueOff val="-3110147"/>
            <a:satOff val="-16453"/>
            <a:lumOff val="-627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Paper establishes a promising new approach to scalable entanglement distribution.</a:t>
          </a:r>
        </a:p>
      </dsp:txBody>
      <dsp:txXfrm rot="10800000">
        <a:off x="0" y="914"/>
        <a:ext cx="5741533" cy="12767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11/16/25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11/16/25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11/16/25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DC895F7-4E59-40FB-87DD-ACE47F94C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6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C958D8-D026-3860-A89E-2E61045E48A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rcRect t="28904" b="13404"/>
          <a:stretch>
            <a:fillRect/>
          </a:stretch>
        </p:blipFill>
        <p:spPr>
          <a:xfrm>
            <a:off x="20" y="-1776"/>
            <a:ext cx="12191980" cy="68579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4C720E-710D-44F8-A8D7-2BAA61E18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5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83593F-E548-C9BE-BDA1-9CB3538467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8806" y="297766"/>
            <a:ext cx="10607039" cy="318997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 dirty="0"/>
              <a:t>Quantum-Walk–Based Entanglement Distribution in Quantum Networks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10E57D-B8A2-78A7-1808-F95B32C63C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7339" y="4385732"/>
            <a:ext cx="7197726" cy="1405467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dirty="0"/>
              <a:t>Soumyojyoti Dutta</a:t>
            </a:r>
          </a:p>
          <a:p>
            <a:pPr algn="l">
              <a:lnSpc>
                <a:spcPct val="90000"/>
              </a:lnSpc>
            </a:pPr>
            <a:r>
              <a:rPr lang="en-US" dirty="0"/>
              <a:t>M.Tech, Quantum Technology</a:t>
            </a:r>
            <a:br>
              <a:rPr lang="en-US" dirty="0"/>
            </a:br>
            <a:r>
              <a:rPr lang="en-US" b="1" dirty="0"/>
              <a:t>Supervisor:</a:t>
            </a:r>
            <a:r>
              <a:rPr lang="en-US" dirty="0"/>
              <a:t> Dr. Chandan Datta</a:t>
            </a:r>
            <a:br>
              <a:rPr lang="en-US" dirty="0"/>
            </a:br>
            <a:r>
              <a:rPr lang="en-US" b="1" dirty="0"/>
              <a:t>Department of </a:t>
            </a:r>
            <a:r>
              <a:rPr lang="en-US" b="1" dirty="0" err="1"/>
              <a:t>IDrd</a:t>
            </a:r>
            <a:r>
              <a:rPr lang="en-US" b="1" dirty="0"/>
              <a:t>, IIT Jodhpur</a:t>
            </a: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731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296B0-1567-DD44-2382-99EBE086D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1"/>
            <a:ext cx="8206739" cy="101346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Motivation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8D52-7269-79E4-62EA-241AB6C2A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341118"/>
            <a:ext cx="10222866" cy="3642361"/>
          </a:xfrm>
        </p:spPr>
        <p:txBody>
          <a:bodyPr/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Long-distance quantum communication is limited by noise and decoherence.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repeaters are essential for extending entanglement, but current ones work mostly with two level quantum systems.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High-dimensional entangled states (qudits) offer increased capacity, better resistance to noise, and richer correlations.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scalable, robust methods for entanglement distribution over arbitrary topologies.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785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FA489-EA67-166E-F0E3-FE35DDF2F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909" y="808055"/>
            <a:ext cx="3979205" cy="1453363"/>
          </a:xfrm>
        </p:spPr>
        <p:txBody>
          <a:bodyPr>
            <a:normAutofit/>
          </a:bodyPr>
          <a:lstStyle/>
          <a:p>
            <a:r>
              <a:rPr lang="en-US" sz="3300" b="1"/>
              <a:t>Problem Statement</a:t>
            </a:r>
            <a:br>
              <a:rPr lang="en-US" sz="3300"/>
            </a:br>
            <a:endParaRPr lang="en-US" sz="33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AC9E7-3D82-3DD1-0E60-34244D406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178" y="2261420"/>
            <a:ext cx="4002936" cy="363793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Most entanglement distribution protocols rely on Bell or GHZ measurements, which are experimentally hard in high dimensions.</a:t>
            </a:r>
          </a:p>
          <a:p>
            <a:pPr>
              <a:lnSpc>
                <a:spcPct val="90000"/>
              </a:lnSpc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Entanglement tends to decay exponentially over distance without repeaters.</a:t>
            </a:r>
          </a:p>
          <a:p>
            <a:pPr>
              <a:lnSpc>
                <a:spcPct val="90000"/>
              </a:lnSpc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Standard repeaters aren't well-suited for high-dimensional or multi-party systems.</a:t>
            </a:r>
          </a:p>
          <a:p>
            <a:pPr>
              <a:lnSpc>
                <a:spcPct val="90000"/>
              </a:lnSpc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How to create a generalized framework that works with d-dimensional states using only local operations?</a:t>
            </a:r>
          </a:p>
          <a:p>
            <a:pPr>
              <a:lnSpc>
                <a:spcPct val="90000"/>
              </a:lnSpc>
            </a:pPr>
            <a:endParaRPr lang="en-US" sz="17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B3E50E-BDC3-C04B-255B-63FA1A0ED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9752" y="2166863"/>
            <a:ext cx="6095593" cy="2362042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3136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A166780-9337-4437-95D3-5EA9D55AAA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3D0F40-BF1F-4120-945D-90C5AAD6E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4654296" cy="6856214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640A69-3748-450C-8DDB-B2051AC04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893"/>
          <a:stretch/>
        </p:blipFill>
        <p:spPr>
          <a:xfrm>
            <a:off x="0" y="0"/>
            <a:ext cx="4644770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6C927E-14AF-BC12-6F09-A4C972CFE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43466"/>
            <a:ext cx="3351530" cy="499533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Key Idea of the Paper</a:t>
            </a:r>
            <a:br>
              <a:rPr lang="en-US">
                <a:solidFill>
                  <a:srgbClr val="FFFFFF"/>
                </a:solidFill>
              </a:rPr>
            </a:br>
            <a:endParaRPr lang="en-US">
              <a:solidFill>
                <a:srgbClr val="FFFFFF"/>
              </a:solidFill>
            </a:endParaRP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6F4F323-644B-4A47-97E9-BFB73840F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1120" y="-2"/>
            <a:ext cx="7537705" cy="68562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251A929-82D8-0AD4-6F3C-AFE582AE18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1488904"/>
              </p:ext>
            </p:extLst>
          </p:nvPr>
        </p:nvGraphicFramePr>
        <p:xfrm>
          <a:off x="5467509" y="804671"/>
          <a:ext cx="5886291" cy="49172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0170953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4B984-0DED-E031-DC78-710C244C7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2" y="609600"/>
            <a:ext cx="6282266" cy="1456267"/>
          </a:xfrm>
        </p:spPr>
        <p:txBody>
          <a:bodyPr>
            <a:normAutofit/>
          </a:bodyPr>
          <a:lstStyle/>
          <a:p>
            <a:r>
              <a:rPr lang="en-US" b="1" dirty="0"/>
              <a:t>Quantum Walk Model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FC480-3707-7EC5-38DD-305A09E00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2" y="2142067"/>
            <a:ext cx="6282266" cy="3649133"/>
          </a:xfrm>
        </p:spPr>
        <p:txBody>
          <a:bodyPr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Hilbert space: Position space ⊗ Coin space(s).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Shift operator: Controlled operation moving walker based on coin state.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Coin operator: Can be Fourier transform or Hadamard-type gates.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Multi-coin model allows flexibility in fusing multiple states.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D8BC81-8DD4-61AC-9AA3-92BF0494B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5176" y="2661824"/>
            <a:ext cx="4643976" cy="2078988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64987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0E53EDA-3B94-4F6B-9E86-D3BB9EBB9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55982E-AC80-48A2-AADB-388758BD7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1150076"/>
            <a:ext cx="3659389" cy="4557849"/>
          </a:xfrm>
        </p:spPr>
        <p:txBody>
          <a:bodyPr>
            <a:normAutofit/>
          </a:bodyPr>
          <a:lstStyle/>
          <a:p>
            <a:pPr algn="r"/>
            <a:r>
              <a:rPr lang="en-US" b="1" dirty="0"/>
              <a:t>Key Modules Introduced</a:t>
            </a:r>
            <a:br>
              <a:rPr lang="en-US" dirty="0"/>
            </a:br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EFD79F-7790-479B-B7DB-BD0D8C101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66923" y="1668780"/>
            <a:ext cx="0" cy="35204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0B66D-21C8-96EA-ED50-AD3082DFC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8658" y="1150076"/>
            <a:ext cx="7011084" cy="4702084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Bell-to-Bell Swapping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Merge two Bell pairs into one between distant nodes.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GHZ Fusion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Two GHZ states → one larger GHZ using local walk.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Single-coin and multi-coin models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depending on network complexity.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Measurements + local recovery operations →  high-dimensional GHZ.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955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E508E-BE06-C22E-29C6-16243FDC9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909" y="808055"/>
            <a:ext cx="3979205" cy="14533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b="1"/>
              <a:t>Distribution over Arbitrary Networks</a:t>
            </a:r>
            <a:br>
              <a:rPr lang="en-US" sz="3100"/>
            </a:br>
            <a:endParaRPr lang="en-US" sz="31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CA256-1871-5DF0-E46B-D6E7FAB46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178" y="2261420"/>
            <a:ext cx="4002936" cy="3637935"/>
          </a:xfrm>
        </p:spPr>
        <p:txBody>
          <a:bodyPr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Problem: How to minimize resource overhead?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Steiner tree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to connect target nodes with minimal extra links.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Level-based GHZ propagation from root to leaves.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All operations are local to nodes – no need for long-range gates.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56AC44-42DD-BF94-5E9B-E46712CD8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9752" y="1557304"/>
            <a:ext cx="6095593" cy="3581160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89389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EFDE-73DD-EA29-BC2B-734296212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1187" y="1030288"/>
            <a:ext cx="4099947" cy="103557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b="1"/>
              <a:t>Quantum Fractal Network Example</a:t>
            </a:r>
            <a:br>
              <a:rPr lang="en-US" sz="2000"/>
            </a:br>
            <a:endParaRPr lang="en-US" sz="20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8C413B-57E4-4FAD-AF00-1E89B4273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797333" y="4261157"/>
            <a:ext cx="2971800" cy="17083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0A2F8-0E9A-EE1D-646C-4F1EDFDBC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1187" y="2142067"/>
            <a:ext cx="4099947" cy="3649133"/>
          </a:xfrm>
        </p:spPr>
        <p:txBody>
          <a:bodyPr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Inspired by Sierpinski gasket structure.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Constructed a scalable fractal using repeated GHZ state fusion.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Local operations fuse small GHZ triangles into larger ones.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wider quantum walk spread vs traditional fractals.</a:t>
            </a:r>
          </a:p>
          <a:p>
            <a:endParaRPr lang="en-US" dirty="0"/>
          </a:p>
        </p:txBody>
      </p:sp>
      <p:sp>
        <p:nvSpPr>
          <p:cNvPr id="12" name="Rounded Rectangle 30">
            <a:extLst>
              <a:ext uri="{FF2B5EF4-FFF2-40B4-BE49-F238E27FC236}">
                <a16:creationId xmlns:a16="http://schemas.microsoft.com/office/drawing/2014/main" id="{96184565-6B22-40B8-AEFC-E5D103C55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4408" y="626261"/>
            <a:ext cx="5433751" cy="2711655"/>
          </a:xfrm>
          <a:prstGeom prst="roundRect">
            <a:avLst>
              <a:gd name="adj" fmla="val 7505"/>
            </a:avLst>
          </a:prstGeom>
          <a:solidFill>
            <a:schemeClr val="tx1"/>
          </a:solidFill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D54A1D-6B4C-08DC-F355-5CDC8CDB1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3743" y="728133"/>
            <a:ext cx="3254290" cy="2497667"/>
          </a:xfrm>
          <a:prstGeom prst="roundRect">
            <a:avLst>
              <a:gd name="adj" fmla="val 5453"/>
            </a:avLst>
          </a:prstGeom>
          <a:ln w="50800" cap="sq" cmpd="dbl">
            <a:noFill/>
            <a:miter lim="800000"/>
          </a:ln>
          <a:effectLst/>
        </p:spPr>
      </p:pic>
      <p:sp>
        <p:nvSpPr>
          <p:cNvPr id="14" name="Rounded Rectangle 35">
            <a:extLst>
              <a:ext uri="{FF2B5EF4-FFF2-40B4-BE49-F238E27FC236}">
                <a16:creationId xmlns:a16="http://schemas.microsoft.com/office/drawing/2014/main" id="{A9B5337D-1BB2-4459-9BD6-59184E383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4408" y="3515716"/>
            <a:ext cx="5433751" cy="2711655"/>
          </a:xfrm>
          <a:prstGeom prst="roundRect">
            <a:avLst>
              <a:gd name="adj" fmla="val 7505"/>
            </a:avLst>
          </a:prstGeom>
          <a:solidFill>
            <a:schemeClr val="tx1"/>
          </a:solidFill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0B74F6-FA09-6059-BE3B-CD6E5B6548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709" y="3767001"/>
            <a:ext cx="5204358" cy="2198840"/>
          </a:xfrm>
          <a:prstGeom prst="roundRect">
            <a:avLst>
              <a:gd name="adj" fmla="val 5453"/>
            </a:avLst>
          </a:prstGeom>
          <a:ln w="50800" cap="sq" cmpd="dbl">
            <a:noFill/>
            <a:miter lim="800000"/>
          </a:ln>
          <a:effectLst/>
        </p:spPr>
      </p:pic>
    </p:spTree>
    <p:extLst>
      <p:ext uri="{BB962C8B-B14F-4D97-AF65-F5344CB8AC3E}">
        <p14:creationId xmlns:p14="http://schemas.microsoft.com/office/powerpoint/2010/main" val="3455630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C430D-A95C-A01F-BFEE-1C80033AC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909" y="808055"/>
            <a:ext cx="3979205" cy="14533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 b="1"/>
              <a:t>Experimental Implementation</a:t>
            </a:r>
            <a:br>
              <a:rPr lang="en-US" sz="3300"/>
            </a:br>
            <a:endParaRPr lang="en-US" sz="33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6311C-249F-6054-F3E1-AAAC31E1D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178" y="2261420"/>
            <a:ext cx="4002936" cy="363793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Performed 5 experiments on 10-qubit superconducting processor.</a:t>
            </a:r>
          </a:p>
          <a:p>
            <a:pPr>
              <a:lnSpc>
                <a:spcPct val="90000"/>
              </a:lnSpc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Configurations:</a:t>
            </a:r>
          </a:p>
          <a:p>
            <a:pPr lvl="1">
              <a:lnSpc>
                <a:spcPct val="90000"/>
              </a:lnSpc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Two Bell states → new Bell.</a:t>
            </a:r>
          </a:p>
          <a:p>
            <a:pPr lvl="1">
              <a:lnSpc>
                <a:spcPct val="90000"/>
              </a:lnSpc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Two GHZ → new GHZ (two methods).</a:t>
            </a:r>
          </a:p>
          <a:p>
            <a:pPr lvl="1">
              <a:lnSpc>
                <a:spcPct val="90000"/>
              </a:lnSpc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Three Bell → GHZ.</a:t>
            </a:r>
          </a:p>
          <a:p>
            <a:pPr lvl="1">
              <a:lnSpc>
                <a:spcPct val="90000"/>
              </a:lnSpc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Three GHZ → GHZ.</a:t>
            </a:r>
          </a:p>
          <a:p>
            <a:pPr>
              <a:lnSpc>
                <a:spcPct val="90000"/>
              </a:lnSpc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Fidelity:</a:t>
            </a:r>
          </a:p>
          <a:p>
            <a:pPr lvl="1">
              <a:lnSpc>
                <a:spcPct val="90000"/>
              </a:lnSpc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Bell: ~80–90%.</a:t>
            </a:r>
          </a:p>
          <a:p>
            <a:pPr lvl="1">
              <a:lnSpc>
                <a:spcPct val="90000"/>
              </a:lnSpc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GHZ: ~50–55%.</a:t>
            </a:r>
          </a:p>
          <a:p>
            <a:pPr>
              <a:lnSpc>
                <a:spcPct val="90000"/>
              </a:lnSpc>
            </a:pPr>
            <a:endParaRPr lang="en-US" sz="17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D1A9E2-BBC0-6150-AD60-3E831E27C7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9752" y="1770650"/>
            <a:ext cx="6095593" cy="3154469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72644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50930-AFE8-A4EF-F5AB-AF6C3DBC2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>
            <a:normAutofit/>
          </a:bodyPr>
          <a:lstStyle/>
          <a:p>
            <a:r>
              <a:rPr lang="en-US" b="1" dirty="0"/>
              <a:t>Summary of Contributions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8D9CBCB-F8C6-A37D-093C-E6E1775859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5311354"/>
              </p:ext>
            </p:extLst>
          </p:nvPr>
        </p:nvGraphicFramePr>
        <p:xfrm>
          <a:off x="685800" y="2406400"/>
          <a:ext cx="10131425" cy="3384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59833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BCC39-B149-4979-762C-91A10D74B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1506199" cy="145626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Research Direction 1 – Continuous-Time Quantum Walks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2334D-9365-9539-E98C-8ED5A5589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804883"/>
            <a:ext cx="10131425" cy="2984288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CTQWs require no coin register – simpler physical implementation.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evolution under network Hamiltonian.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Potentially more stable under decoherence.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how CTQWs can replicate or extend DTQW-based repeater modules.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817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BD27F-B188-2060-1723-07A62EC88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1281409" cy="145626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Research Direction 2 – Variational Coin Operators (QNN-style)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5226E-D82B-4898-7D87-061E0BA99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767840"/>
            <a:ext cx="10131425" cy="3322320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 coin unitary as a variational circuit with tunable parameters.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to maximize fidelity of final entangled state.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with classical optimizer (gradient descent, RL,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Inspired by variational quantum algorithms (VQAs), can adapt to noise and topology.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388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68D17-F1F4-4402-187B-17C20C9D5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1315699" cy="145626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Research Direction 3 – Entanglement Routing via Quantum Reinforcement Learning (QRL)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0CD03-F415-34F4-A9BB-962370E77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951567"/>
            <a:ext cx="10131425" cy="3299460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from "distribution" to "routing" – optimize paths dynamically.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QRL or classical RL to learn best path and swap sequences.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 work (e.g.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QuDQN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improved throughput and latency.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routing with walk-based fusion methods for adaptive, scalable protocols.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817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117F0C1-BCBB-40C7-99D6-F703E7A4B5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A5D8BC-B41A-4E96-91C4-D60F51622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D321D5F-FA18-4271-9EAA-0BEA14116B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015B0E0-A7DA-4FDC-DA55-3661A990D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457" y="531278"/>
            <a:ext cx="3211517" cy="5292579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Conclusion</a:t>
            </a:r>
            <a:br>
              <a:rPr lang="en-US">
                <a:solidFill>
                  <a:srgbClr val="FFFFFF"/>
                </a:solidFill>
              </a:rPr>
            </a:br>
            <a:endParaRPr lang="en-US">
              <a:solidFill>
                <a:srgbClr val="FFFFFF"/>
              </a:solidFill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51287385-D3EA-47A8-A127-6061791AD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4422108" y="0"/>
            <a:ext cx="7769892" cy="6858000"/>
          </a:xfrm>
          <a:custGeom>
            <a:avLst/>
            <a:gdLst>
              <a:gd name="connsiteX0" fmla="*/ 1779516 w 7769892"/>
              <a:gd name="connsiteY0" fmla="*/ 0 h 6837536"/>
              <a:gd name="connsiteX1" fmla="*/ 6454848 w 7769892"/>
              <a:gd name="connsiteY1" fmla="*/ 0 h 6837536"/>
              <a:gd name="connsiteX2" fmla="*/ 6511730 w 7769892"/>
              <a:gd name="connsiteY2" fmla="*/ 37905 h 6837536"/>
              <a:gd name="connsiteX3" fmla="*/ 7769892 w 7769892"/>
              <a:gd name="connsiteY3" fmla="*/ 1486041 h 6837536"/>
              <a:gd name="connsiteX4" fmla="*/ 7769892 w 7769892"/>
              <a:gd name="connsiteY4" fmla="*/ 5281056 h 6837536"/>
              <a:gd name="connsiteX5" fmla="*/ 6353475 w 7769892"/>
              <a:gd name="connsiteY5" fmla="*/ 6837536 h 6837536"/>
              <a:gd name="connsiteX6" fmla="*/ 1882727 w 7769892"/>
              <a:gd name="connsiteY6" fmla="*/ 6837536 h 6837536"/>
              <a:gd name="connsiteX7" fmla="*/ 0 w 7769892"/>
              <a:gd name="connsiteY7" fmla="*/ 3386463 h 6837536"/>
              <a:gd name="connsiteX8" fmla="*/ 1655292 w 7769892"/>
              <a:gd name="connsiteY8" fmla="*/ 88307 h 6837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769892" h="6837536">
                <a:moveTo>
                  <a:pt x="1779516" y="0"/>
                </a:moveTo>
                <a:lnTo>
                  <a:pt x="6454848" y="0"/>
                </a:lnTo>
                <a:lnTo>
                  <a:pt x="6511730" y="37905"/>
                </a:lnTo>
                <a:cubicBezTo>
                  <a:pt x="7036410" y="413592"/>
                  <a:pt x="7468976" y="909648"/>
                  <a:pt x="7769892" y="1486041"/>
                </a:cubicBezTo>
                <a:cubicBezTo>
                  <a:pt x="7769892" y="1486041"/>
                  <a:pt x="7769892" y="1486041"/>
                  <a:pt x="7769892" y="5281056"/>
                </a:cubicBezTo>
                <a:cubicBezTo>
                  <a:pt x="7437646" y="5916473"/>
                  <a:pt x="6953850" y="6452788"/>
                  <a:pt x="6353475" y="6837536"/>
                </a:cubicBezTo>
                <a:cubicBezTo>
                  <a:pt x="6353475" y="6837536"/>
                  <a:pt x="6353475" y="6837536"/>
                  <a:pt x="1882727" y="6837536"/>
                </a:cubicBezTo>
                <a:cubicBezTo>
                  <a:pt x="751925" y="6103017"/>
                  <a:pt x="0" y="4832183"/>
                  <a:pt x="0" y="3386463"/>
                </a:cubicBezTo>
                <a:cubicBezTo>
                  <a:pt x="0" y="2036566"/>
                  <a:pt x="651406" y="838748"/>
                  <a:pt x="1655292" y="88307"/>
                </a:cubicBezTo>
                <a:close/>
              </a:path>
            </a:pathLst>
          </a:custGeom>
          <a:ln w="50800" cap="sq" cmpd="dbl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wrap="square" lIns="91440" tIns="45720" rIns="91440" bIns="45720" rtlCol="0" anchor="t">
            <a:no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624817-EC33-802B-E15F-02136E6C3D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2703048"/>
              </p:ext>
            </p:extLst>
          </p:nvPr>
        </p:nvGraphicFramePr>
        <p:xfrm>
          <a:off x="5617029" y="793820"/>
          <a:ext cx="5741534" cy="5170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182918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AF6706C-CF07-43A1-BCC4-CBA5D3382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F94DC1C-47D1-41D7-8B1B-9A036D614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11383CE-CE86-4E1C-B289-798EB9E6E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622"/>
          <a:stretch/>
        </p:blipFill>
        <p:spPr>
          <a:xfrm>
            <a:off x="1" y="0"/>
            <a:ext cx="5896768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AFE4C-E38C-2924-8203-9553D1A62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876" y="2032000"/>
            <a:ext cx="4513792" cy="28193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>
                <a:solidFill>
                  <a:srgbClr val="FFFFFF"/>
                </a:solidFill>
              </a:rPr>
              <a:t>THANK YOU</a:t>
            </a:r>
          </a:p>
        </p:txBody>
      </p:sp>
      <p:sp useBgFill="1">
        <p:nvSpPr>
          <p:cNvPr id="15" name="Freeform 5">
            <a:extLst>
              <a:ext uri="{FF2B5EF4-FFF2-40B4-BE49-F238E27FC236}">
                <a16:creationId xmlns:a16="http://schemas.microsoft.com/office/drawing/2014/main" id="{AC12A592-C02D-46EF-8E1F-9335DB8D7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5827529" y="660400"/>
            <a:ext cx="6381405" cy="6214533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17" name="Freeform 14">
            <a:extLst>
              <a:ext uri="{FF2B5EF4-FFF2-40B4-BE49-F238E27FC236}">
                <a16:creationId xmlns:a16="http://schemas.microsoft.com/office/drawing/2014/main" id="{24005816-5BCA-4665-8A58-5580F8E9C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1603" y="104899"/>
            <a:ext cx="6896713" cy="6005491"/>
          </a:xfrm>
          <a:custGeom>
            <a:avLst/>
            <a:gdLst>
              <a:gd name="connsiteX0" fmla="*/ 3912717 w 6896713"/>
              <a:gd name="connsiteY0" fmla="*/ 0 h 6005491"/>
              <a:gd name="connsiteX1" fmla="*/ 6679426 w 6896713"/>
              <a:gd name="connsiteY1" fmla="*/ 1146008 h 6005491"/>
              <a:gd name="connsiteX2" fmla="*/ 6896713 w 6896713"/>
              <a:gd name="connsiteY2" fmla="*/ 1385085 h 6005491"/>
              <a:gd name="connsiteX3" fmla="*/ 6896713 w 6896713"/>
              <a:gd name="connsiteY3" fmla="*/ 1431256 h 6005491"/>
              <a:gd name="connsiteX4" fmla="*/ 6657442 w 6896713"/>
              <a:gd name="connsiteY4" fmla="*/ 1167992 h 6005491"/>
              <a:gd name="connsiteX5" fmla="*/ 3912717 w 6896713"/>
              <a:gd name="connsiteY5" fmla="*/ 31089 h 6005491"/>
              <a:gd name="connsiteX6" fmla="*/ 31089 w 6896713"/>
              <a:gd name="connsiteY6" fmla="*/ 3912717 h 6005491"/>
              <a:gd name="connsiteX7" fmla="*/ 593046 w 6896713"/>
              <a:gd name="connsiteY7" fmla="*/ 5925483 h 6005491"/>
              <a:gd name="connsiteX8" fmla="*/ 633874 w 6896713"/>
              <a:gd name="connsiteY8" fmla="*/ 5989169 h 6005491"/>
              <a:gd name="connsiteX9" fmla="*/ 607415 w 6896713"/>
              <a:gd name="connsiteY9" fmla="*/ 6005491 h 6005491"/>
              <a:gd name="connsiteX10" fmla="*/ 566458 w 6896713"/>
              <a:gd name="connsiteY10" fmla="*/ 5941603 h 6005491"/>
              <a:gd name="connsiteX11" fmla="*/ 0 w 6896713"/>
              <a:gd name="connsiteY11" fmla="*/ 3912717 h 6005491"/>
              <a:gd name="connsiteX12" fmla="*/ 3912717 w 6896713"/>
              <a:gd name="connsiteY12" fmla="*/ 0 h 6005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96713" h="6005491">
                <a:moveTo>
                  <a:pt x="3912717" y="0"/>
                </a:moveTo>
                <a:cubicBezTo>
                  <a:pt x="4993184" y="0"/>
                  <a:pt x="5971363" y="437946"/>
                  <a:pt x="6679426" y="1146008"/>
                </a:cubicBezTo>
                <a:lnTo>
                  <a:pt x="6896713" y="1385085"/>
                </a:lnTo>
                <a:lnTo>
                  <a:pt x="6896713" y="1431256"/>
                </a:lnTo>
                <a:lnTo>
                  <a:pt x="6657442" y="1167992"/>
                </a:lnTo>
                <a:cubicBezTo>
                  <a:pt x="5955006" y="465555"/>
                  <a:pt x="4984599" y="31089"/>
                  <a:pt x="3912717" y="31089"/>
                </a:cubicBezTo>
                <a:cubicBezTo>
                  <a:pt x="1768953" y="31089"/>
                  <a:pt x="31089" y="1768953"/>
                  <a:pt x="31089" y="3912717"/>
                </a:cubicBezTo>
                <a:cubicBezTo>
                  <a:pt x="31089" y="4649636"/>
                  <a:pt x="236442" y="5338592"/>
                  <a:pt x="593046" y="5925483"/>
                </a:cubicBezTo>
                <a:lnTo>
                  <a:pt x="633874" y="5989169"/>
                </a:lnTo>
                <a:lnTo>
                  <a:pt x="607415" y="6005491"/>
                </a:lnTo>
                <a:lnTo>
                  <a:pt x="566458" y="5941603"/>
                </a:lnTo>
                <a:cubicBezTo>
                  <a:pt x="206998" y="5350013"/>
                  <a:pt x="0" y="4655538"/>
                  <a:pt x="0" y="3912717"/>
                </a:cubicBezTo>
                <a:cubicBezTo>
                  <a:pt x="0" y="1751783"/>
                  <a:pt x="1751783" y="0"/>
                  <a:pt x="3912717" y="0"/>
                </a:cubicBezTo>
                <a:close/>
              </a:path>
            </a:pathLst>
          </a:custGeom>
          <a:solidFill>
            <a:srgbClr val="FFFFFF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F07F359-8CA3-4854-91E7-EE60040205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16018" y="331504"/>
            <a:ext cx="6675982" cy="5235326"/>
            <a:chOff x="5516018" y="331504"/>
            <a:chExt cx="6675982" cy="5235326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A7FCE86-4904-4337-8D0A-3ABA73F609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66830" y="3315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A32C234-504D-411A-A62B-C1CFD8CE74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" flipH="1">
              <a:off x="9408861" y="3383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81593A9-FD94-454C-9225-478E907061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" flipH="1">
              <a:off x="9551700" y="34763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A3524A1-6DED-4D15-ADE5-F797DBCEC7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60000" flipH="1">
              <a:off x="9688748" y="36808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A8491CF-856E-4A54-84A5-45C558D41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540000" flipH="1">
              <a:off x="9824866" y="38922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D63A388-BF18-4ABD-96E0-5946B1ABB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660000" flipH="1">
              <a:off x="9966867" y="41754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CF6D779-BD20-4058-AC29-AF4E2510C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780000" flipH="1">
              <a:off x="10104425" y="4458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189C0F2-FCB0-4636-9B05-F9FCBB202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900000" flipH="1">
              <a:off x="10240513" y="47948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74CB59A-0AC3-4235-A93D-73EE12466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080000" flipH="1">
              <a:off x="10373882" y="52435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B6E97A3-E95A-4D79-A8F8-1945EA2634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0" flipH="1">
              <a:off x="10505632" y="570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F4ABF86-0905-4DE8-8F0B-D10D3D6F9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320000" flipH="1">
              <a:off x="10637382" y="62134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FAAFEF7-DFA1-48C7-9E4E-FF7B1453C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440000" flipH="1">
              <a:off x="10760965" y="69043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D828735-DFD9-4894-8461-77A2FB0C92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" flipH="1">
              <a:off x="10888991" y="755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A6C2585-E93E-489D-8819-FCEE3CFF11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740000" flipH="1">
              <a:off x="11010193" y="81974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57C1F25-FC5C-4082-B4F6-888F8E467E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860000" flipH="1">
              <a:off x="11129014" y="89566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5DF4BDB-CA1D-4DA1-8D26-6BAEE0A21A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980000" flipH="1">
              <a:off x="11249872" y="968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315D2A0-DDA4-4A25-9CC7-7F90CCF0C4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160000" flipH="1">
              <a:off x="11366875" y="10480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5312B72-7E7D-4B0B-960E-7D7C9540EB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280000" flipH="1">
              <a:off x="11474058" y="11315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48B42BB-3C0E-4546-957B-AB593E308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0" flipH="1">
              <a:off x="11583303" y="122179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37809D5-5F69-4BC6-A661-44B2A8A682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520000" flipH="1">
              <a:off x="11685344" y="132177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269CB4C-8BB5-4F63-8961-7EB8FE56D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700000" flipH="1">
              <a:off x="11787704" y="14176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5E7B60C-3F52-49EA-99F5-BE42AF88D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820000" flipH="1">
              <a:off x="11880859" y="15179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C5E885C-0F0D-4E11-8B78-4CE951E269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940000" flipH="1">
              <a:off x="11969252" y="162743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BFA6E20-F564-4CA4-9150-FDD50B02CD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060000" flipH="1">
              <a:off x="12062016" y="173601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C3C02C6B-B913-486F-ACAE-432DE1F770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074680" y="1910249"/>
              <a:ext cx="117320" cy="82912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B6B5EE64-D401-45A4-82D4-85D4BF5C8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149943" y="2083594"/>
              <a:ext cx="39676" cy="21436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F622D05-678C-405E-A74F-8D92A9C64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" flipH="1">
              <a:off x="9127990" y="33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D8E01EF1-6517-49CC-9891-1BD6D0F49D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" flipH="1">
              <a:off x="8987576" y="33663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EC93E79A-63A6-4782-9D2C-BC50CD3B9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" flipH="1">
              <a:off x="8844859" y="35117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46C4B4DB-9B57-4C69-96EB-3E1910CEF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" flipH="1">
              <a:off x="8706904" y="3657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9BBDCDA7-4ECB-42B1-8524-3D30023D6B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20000" flipH="1">
              <a:off x="8568008" y="3878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C7483057-DCDA-4BC6-8E99-7EAD94E87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840000" flipH="1">
              <a:off x="8429112" y="4100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E5C35A56-0BFD-443F-8C2B-CA73A3BFE9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960000" flipH="1">
              <a:off x="8294968" y="4462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14A0AE5-3A88-4D5D-845C-5E906888C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080000" flipH="1">
              <a:off x="8160824" y="48237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4D7BF13-EDB8-4740-A3C5-87E2E7C676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260000" flipH="1">
              <a:off x="8027689" y="53184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6DAB64F-4B49-434F-BFB6-0BEB41AFB6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380000" flipH="1">
              <a:off x="7894554" y="58132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93B5AD9A-BDA6-42CE-A1C0-C072103072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500000" flipH="1">
              <a:off x="7761419" y="63079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5FD67DCC-475F-4BED-A634-FCDD63176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620000" flipH="1">
              <a:off x="7636645" y="6898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ED276E23-C86D-408D-821A-1E9A44CAEA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0" flipH="1">
              <a:off x="7511871" y="75119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879A029-D911-41C4-B218-E41871762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920000" flipH="1">
              <a:off x="7387899" y="81977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9C7C9F5-65FB-4EF9-9AAD-F7E1FC14B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040000" flipH="1">
              <a:off x="7268530" y="8931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6115B885-5742-431C-BA48-96FC1F6D22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160000" flipH="1">
              <a:off x="7152030" y="9765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ACE37A6-0062-4B86-B4E6-18088040C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340000" flipH="1">
              <a:off x="7041695" y="10600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A8679B4-56BA-43AB-A0A2-E2DA3E205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460000" flipH="1">
              <a:off x="6931360" y="114346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80DE24D2-627B-4C47-A858-A572BCDBAC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580000" flipH="1">
              <a:off x="6819070" y="123586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B612A33E-5DE0-4E4D-9469-0BD0B3E0E7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700000" flipH="1">
              <a:off x="6721359" y="133274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91673515-5E42-490F-85A0-45658D81C6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880000" flipH="1">
              <a:off x="6617467" y="1429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B048C17-3768-4DAF-A7AE-B2E717497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0" flipH="1">
              <a:off x="6520032" y="15272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BAA4E6AA-9D65-4EED-91CB-87A5762ED0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120000" flipH="1">
              <a:off x="6429579" y="16416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B48B9EB-BBF2-48D7-A1D7-720D94506B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240000" flipH="1">
              <a:off x="6340532" y="1750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21492B79-7338-4309-8667-BB29A7BC7B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420000" flipH="1">
              <a:off x="6261757" y="18601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0352FD87-EC9C-4EB5-9ACC-A152F78FC8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540000" flipH="1">
              <a:off x="6184144" y="19796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FF2CEA1F-EFA8-4353-B5F8-CCE27955A1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660000" flipH="1">
              <a:off x="6106531" y="20990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63E2723F-2530-4636-9A19-8F11B1566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780000" flipH="1">
              <a:off x="6043206" y="222255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4A9EE901-51C9-4292-BB45-5EDB8568A0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960000" flipH="1">
              <a:off x="5978913" y="234430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555407C2-7321-48CD-811F-92C71F701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080000" flipH="1">
              <a:off x="5912438" y="24706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E5298A8A-2787-4153-BDA2-E939BFD51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0" flipH="1">
              <a:off x="5858875" y="260092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C45057B3-3FAB-42ED-AF52-F00BB07FA5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320000" flipH="1">
              <a:off x="5808182" y="273404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DA3F09E9-F476-4352-90E3-6A15C74268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500000" flipH="1">
              <a:off x="5773263" y="28668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128F7C5C-CECC-45A8-8A1F-D679534D4C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620000" flipH="1">
              <a:off x="5735963" y="300206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FFFDFE9C-2017-4831-9F1B-6A03B58B10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740000" flipH="1">
              <a:off x="5700105" y="31389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01BC942F-09CF-4A51-85A5-E23E2D71C8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860000" flipH="1">
              <a:off x="5665939" y="327548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1456B520-137F-484D-A1B1-7DA5C3F823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040000" flipH="1">
              <a:off x="5644476" y="341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9ECA29F0-381E-4770-97BF-54C4E5220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160000" flipH="1">
              <a:off x="5626530" y="3554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D43CCF9F-8F11-4676-82F3-DEE8A48C8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280000" flipH="1">
              <a:off x="5616429" y="36918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6FA620FD-6A45-4754-BF42-A9FA44966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0" flipH="1">
              <a:off x="5611319" y="38353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DC4D38F3-F3A2-42F4-8B57-DE978EC4A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580000" flipH="1">
              <a:off x="5608540" y="397572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3C26D30E-A91E-4A5B-A419-0B9D79D57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700000" flipH="1">
              <a:off x="5605761" y="41160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ADAB3EBC-722A-462E-AAAE-506E50038E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820000" flipH="1">
              <a:off x="5624195" y="425421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CBAABC17-832F-48CF-B0D7-0F7DE54607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940000" flipH="1">
              <a:off x="5642629" y="43923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E1FCA513-75D7-414B-BE8F-D780746A1A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120000" flipH="1">
              <a:off x="5654818" y="45363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F2EDEC73-B6F5-473F-934A-CEF57604A8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240000" flipH="1">
              <a:off x="5684446" y="467136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5B987884-C452-4492-A9F8-2770D3373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360000" flipH="1">
              <a:off x="5714074" y="48087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9D978AF2-B7BB-4E05-81F1-1A5DBD1CB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480000" flipH="1">
              <a:off x="5748464" y="49484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D7AD4D45-C3AB-458E-B826-0FACBD0DF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660000" flipH="1">
              <a:off x="5792091" y="507760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A6E15555-6738-463C-B7DF-86429F2F96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780000" flipH="1">
              <a:off x="5847441" y="52112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AE487172-B4C3-4D13-A562-EF0BA3DD9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900000" flipH="1">
              <a:off x="5900410" y="53424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08E66297-1295-432A-AA84-7BB2341C1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020000" flipH="1">
              <a:off x="5955760" y="547369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70888BDC-7485-D8FC-CA52-67E9A9B0A0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1263" y="2433919"/>
            <a:ext cx="3211160" cy="321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9732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303</TotalTime>
  <Words>706</Words>
  <Application>Microsoft Macintosh PowerPoint</Application>
  <PresentationFormat>Widescreen</PresentationFormat>
  <Paragraphs>76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Celestial</vt:lpstr>
      <vt:lpstr>Quantum-Walk–Based Entanglement Distribution in Quantum Networks</vt:lpstr>
      <vt:lpstr>Motivation </vt:lpstr>
      <vt:lpstr>Problem Statement </vt:lpstr>
      <vt:lpstr>Key Idea of the Paper </vt:lpstr>
      <vt:lpstr>Quantum Walk Model </vt:lpstr>
      <vt:lpstr>Key Modules Introduced </vt:lpstr>
      <vt:lpstr>Distribution over Arbitrary Networks </vt:lpstr>
      <vt:lpstr>Quantum Fractal Network Example </vt:lpstr>
      <vt:lpstr>Experimental Implementation </vt:lpstr>
      <vt:lpstr>Summary of Contributions </vt:lpstr>
      <vt:lpstr>Research Direction 1 – Continuous-Time Quantum Walks </vt:lpstr>
      <vt:lpstr>Research Direction 2 – Variational Coin Operators (QNN-style) </vt:lpstr>
      <vt:lpstr>Research Direction 3 – Entanglement Routing via Quantum Reinforcement Learning (QRL) </vt:lpstr>
      <vt:lpstr>Conclusion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Soumyojyoti Dutta M24IQT014</dc:creator>
  <cp:lastModifiedBy>Soumyojyoti Dutta M24IQT014</cp:lastModifiedBy>
  <cp:revision>1</cp:revision>
  <dcterms:created xsi:type="dcterms:W3CDTF">2025-11-16T05:08:13Z</dcterms:created>
  <dcterms:modified xsi:type="dcterms:W3CDTF">2025-11-16T10:11:59Z</dcterms:modified>
</cp:coreProperties>
</file>